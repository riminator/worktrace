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  <p:sldMasterId id="2147484205" r:id="rId2"/>
  </p:sldMasterIdLst>
  <p:notesMasterIdLst>
    <p:notesMasterId r:id="rId13"/>
  </p:notesMasterIdLst>
  <p:handoutMasterIdLst>
    <p:handoutMasterId r:id="rId14"/>
  </p:handoutMasterIdLst>
  <p:sldIdLst>
    <p:sldId id="2147483624" r:id="rId3"/>
    <p:sldId id="2147483629" r:id="rId4"/>
    <p:sldId id="2147483578" r:id="rId5"/>
    <p:sldId id="2147483581" r:id="rId6"/>
    <p:sldId id="2147483623" r:id="rId7"/>
    <p:sldId id="420" r:id="rId8"/>
    <p:sldId id="2147483579" r:id="rId9"/>
    <p:sldId id="262" r:id="rId10"/>
    <p:sldId id="431" r:id="rId11"/>
    <p:sldId id="2147483627" r:id="rId12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262626"/>
    <a:srgbClr val="B7E7CF"/>
    <a:srgbClr val="191919"/>
    <a:srgbClr val="E2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2"/>
    <p:restoredTop sz="95413" autoAdjust="0"/>
  </p:normalViewPr>
  <p:slideViewPr>
    <p:cSldViewPr snapToGrid="0" snapToObjects="1">
      <p:cViewPr varScale="1">
        <p:scale>
          <a:sx n="73" d="100"/>
          <a:sy n="73" d="100"/>
        </p:scale>
        <p:origin x="1712" y="20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898E34-FCE5-CF48-93A6-24A9C3096DD4}" type="doc">
      <dgm:prSet loTypeId="urn:microsoft.com/office/officeart/2024/layout/BulletTimeline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74BB61-A551-1B4A-8F1A-E2D72418E021}">
      <dgm:prSet phldrT="Add an event" custT="1"/>
      <dgm:spPr/>
      <dgm:t>
        <a:bodyPr/>
        <a:lstStyle/>
        <a:p>
          <a:pPr algn="l">
            <a:defRPr b="1"/>
          </a:pPr>
          <a:r>
            <a:rPr lang="en-US" sz="3600"/>
            <a:t>Upload Meeting Transcript</a:t>
          </a:r>
        </a:p>
      </dgm:t>
    </dgm:pt>
    <dgm:pt modelId="{7D10469A-5AA0-3248-80A0-386B42C433C5}" type="parTrans" cxnId="{0B32406F-5024-2044-B413-DC131A8DE8E8}">
      <dgm:prSet/>
      <dgm:spPr/>
      <dgm:t>
        <a:bodyPr/>
        <a:lstStyle/>
        <a:p>
          <a:endParaRPr lang="en-US"/>
        </a:p>
      </dgm:t>
    </dgm:pt>
    <dgm:pt modelId="{29927DD3-F12B-1C4E-BCFC-9053BA505474}" type="sibTrans" cxnId="{0B32406F-5024-2044-B413-DC131A8DE8E8}">
      <dgm:prSet/>
      <dgm:spPr/>
      <dgm:t>
        <a:bodyPr/>
        <a:lstStyle/>
        <a:p>
          <a:endParaRPr lang="en-US"/>
        </a:p>
      </dgm:t>
    </dgm:pt>
    <dgm:pt modelId="{0ECDDE31-8E41-2F4E-856E-C4C06018649F}">
      <dgm:prSet phldrT="Write a description of the significance of this event" custT="1"/>
      <dgm:spPr/>
      <dgm:t>
        <a:bodyPr/>
        <a:lstStyle/>
        <a:p>
          <a:r>
            <a:rPr lang="en-US" sz="2000"/>
            <a:t>Drag a .VTT, .PDF, .DOCX file into the Knowledge Engine UI – or POST it to the API.</a:t>
          </a:r>
        </a:p>
        <a:p>
          <a:endParaRPr lang="en-US" sz="2000"/>
        </a:p>
        <a:p>
          <a:r>
            <a:rPr lang="en-US" sz="2000"/>
            <a:t>Optional: Tag it with a Project Code, Organizer, and Attendee List</a:t>
          </a:r>
        </a:p>
      </dgm:t>
    </dgm:pt>
    <dgm:pt modelId="{F750AF58-674A-454F-96A7-5869C3DDAA19}" type="parTrans" cxnId="{49FF8E11-E8E7-8449-A4F9-3DC0C415D033}">
      <dgm:prSet/>
      <dgm:spPr/>
      <dgm:t>
        <a:bodyPr/>
        <a:lstStyle/>
        <a:p>
          <a:endParaRPr lang="en-US"/>
        </a:p>
      </dgm:t>
    </dgm:pt>
    <dgm:pt modelId="{9B2EB360-D799-5D45-AF17-742BDBBEDA2D}" type="sibTrans" cxnId="{49FF8E11-E8E7-8449-A4F9-3DC0C415D033}">
      <dgm:prSet/>
      <dgm:spPr/>
      <dgm:t>
        <a:bodyPr/>
        <a:lstStyle/>
        <a:p>
          <a:endParaRPr lang="en-US"/>
        </a:p>
      </dgm:t>
    </dgm:pt>
    <dgm:pt modelId="{E403CCDF-3BE9-354A-BA0E-B1EDA87841F0}">
      <dgm:prSet phldrT="Add an event" custT="1"/>
      <dgm:spPr/>
      <dgm:t>
        <a:bodyPr/>
        <a:lstStyle/>
        <a:p>
          <a:pPr>
            <a:defRPr b="1"/>
          </a:pPr>
          <a:r>
            <a:rPr lang="en-US" sz="3600"/>
            <a:t>Text Extracted &amp; Chunked</a:t>
          </a:r>
        </a:p>
      </dgm:t>
    </dgm:pt>
    <dgm:pt modelId="{51D2603F-26FA-5E4D-A8F1-B517CBE57AE8}" type="parTrans" cxnId="{3EB97E19-234D-9C42-BD78-DA19456386E9}">
      <dgm:prSet/>
      <dgm:spPr/>
      <dgm:t>
        <a:bodyPr/>
        <a:lstStyle/>
        <a:p>
          <a:endParaRPr lang="en-US"/>
        </a:p>
      </dgm:t>
    </dgm:pt>
    <dgm:pt modelId="{65452803-3FA4-5648-97BA-A5B622E54B8E}" type="sibTrans" cxnId="{3EB97E19-234D-9C42-BD78-DA19456386E9}">
      <dgm:prSet/>
      <dgm:spPr/>
      <dgm:t>
        <a:bodyPr/>
        <a:lstStyle/>
        <a:p>
          <a:endParaRPr lang="en-US"/>
        </a:p>
      </dgm:t>
    </dgm:pt>
    <dgm:pt modelId="{1F46ECDB-A898-1C43-860E-572E9DD85214}">
      <dgm:prSet phldrT="Write a description of the significance of this event" custT="1"/>
      <dgm:spPr/>
      <dgm:t>
        <a:bodyPr/>
        <a:lstStyle/>
        <a:p>
          <a:r>
            <a:rPr lang="en-US" sz="2000"/>
            <a:t>The Knowledge Engine auto-detects the file type, pulls the full text, and splits it into retrieval friendly chunks. </a:t>
          </a:r>
        </a:p>
        <a:p>
          <a:r>
            <a:rPr lang="en-US" sz="2000"/>
            <a:t>Attendee names, organizer, and meeting metadata are preserved alongside every chunk.</a:t>
          </a:r>
        </a:p>
      </dgm:t>
    </dgm:pt>
    <dgm:pt modelId="{B60BDA1C-3C74-7E47-8D8A-8C2D9BE48D2B}" type="parTrans" cxnId="{5AAEE740-B7B0-064B-A599-ED9C7B773052}">
      <dgm:prSet/>
      <dgm:spPr/>
      <dgm:t>
        <a:bodyPr/>
        <a:lstStyle/>
        <a:p>
          <a:endParaRPr lang="en-US"/>
        </a:p>
      </dgm:t>
    </dgm:pt>
    <dgm:pt modelId="{FF722C2E-A441-C746-AB22-A57E7002FE93}" type="sibTrans" cxnId="{5AAEE740-B7B0-064B-A599-ED9C7B773052}">
      <dgm:prSet/>
      <dgm:spPr/>
      <dgm:t>
        <a:bodyPr/>
        <a:lstStyle/>
        <a:p>
          <a:endParaRPr lang="en-US"/>
        </a:p>
      </dgm:t>
    </dgm:pt>
    <dgm:pt modelId="{2F6DFE7F-30BD-094D-BACB-70FA2E845278}">
      <dgm:prSet phldrT="Add an event"/>
      <dgm:spPr/>
      <dgm:t>
        <a:bodyPr/>
        <a:lstStyle/>
        <a:p>
          <a:endParaRPr lang="en-US" sz="1500"/>
        </a:p>
      </dgm:t>
    </dgm:pt>
    <dgm:pt modelId="{2B110986-BD1C-8E42-A011-72874A1AE059}" type="parTrans" cxnId="{89BD290C-D040-2E4D-8FDC-DFD3168370B9}">
      <dgm:prSet/>
      <dgm:spPr/>
      <dgm:t>
        <a:bodyPr/>
        <a:lstStyle/>
        <a:p>
          <a:endParaRPr lang="en-US"/>
        </a:p>
      </dgm:t>
    </dgm:pt>
    <dgm:pt modelId="{85E79454-D6C0-0B4B-AA26-F25DF3D5657F}" type="sibTrans" cxnId="{89BD290C-D040-2E4D-8FDC-DFD3168370B9}">
      <dgm:prSet/>
      <dgm:spPr/>
      <dgm:t>
        <a:bodyPr/>
        <a:lstStyle/>
        <a:p>
          <a:endParaRPr lang="en-US"/>
        </a:p>
      </dgm:t>
    </dgm:pt>
    <dgm:pt modelId="{A62A7B3B-6A99-FE4B-988F-A009D4F089F2}">
      <dgm:prSet phldrT="Add an event" custT="1"/>
      <dgm:spPr/>
      <dgm:t>
        <a:bodyPr/>
        <a:lstStyle/>
        <a:p>
          <a:pPr>
            <a:defRPr b="1"/>
          </a:pPr>
          <a:r>
            <a:rPr lang="en-US" sz="3600"/>
            <a:t>The AI Summarizes the Meeting</a:t>
          </a:r>
        </a:p>
      </dgm:t>
    </dgm:pt>
    <dgm:pt modelId="{33A099FF-E56A-DA4F-B86C-28911431AB15}" type="parTrans" cxnId="{762F6F72-489D-E344-B27A-153336F364E7}">
      <dgm:prSet/>
      <dgm:spPr/>
      <dgm:t>
        <a:bodyPr/>
        <a:lstStyle/>
        <a:p>
          <a:endParaRPr lang="en-US"/>
        </a:p>
      </dgm:t>
    </dgm:pt>
    <dgm:pt modelId="{0A928B69-D9D8-BF41-ABC1-54E13722BD79}" type="sibTrans" cxnId="{762F6F72-489D-E344-B27A-153336F364E7}">
      <dgm:prSet/>
      <dgm:spPr/>
      <dgm:t>
        <a:bodyPr/>
        <a:lstStyle/>
        <a:p>
          <a:endParaRPr lang="en-US"/>
        </a:p>
      </dgm:t>
    </dgm:pt>
    <dgm:pt modelId="{F6E355BE-9AC2-3946-AE15-18B876B01A06}">
      <dgm:prSet phldrT="Write a description of the significance of this event" custT="1"/>
      <dgm:spPr/>
      <dgm:t>
        <a:bodyPr/>
        <a:lstStyle/>
        <a:p>
          <a:r>
            <a:rPr lang="en-US" sz="2000"/>
            <a:t>The RAG pipeline retrieves the most relevant chunks and prompts the LLM (watsonx.ai) to produce a structured summary</a:t>
          </a:r>
        </a:p>
      </dgm:t>
    </dgm:pt>
    <dgm:pt modelId="{36EC0DD7-09B4-0448-ABDB-80B5CA79A0FD}" type="parTrans" cxnId="{97F8CB97-01AF-FB4B-A4BF-782D11B46F9F}">
      <dgm:prSet/>
      <dgm:spPr/>
      <dgm:t>
        <a:bodyPr/>
        <a:lstStyle/>
        <a:p>
          <a:endParaRPr lang="en-US"/>
        </a:p>
      </dgm:t>
    </dgm:pt>
    <dgm:pt modelId="{3A8745B3-8E56-4340-B867-3E5BF04E92F0}" type="sibTrans" cxnId="{97F8CB97-01AF-FB4B-A4BF-782D11B46F9F}">
      <dgm:prSet/>
      <dgm:spPr/>
      <dgm:t>
        <a:bodyPr/>
        <a:lstStyle/>
        <a:p>
          <a:endParaRPr lang="en-US"/>
        </a:p>
      </dgm:t>
    </dgm:pt>
    <dgm:pt modelId="{8C2C47A0-D2A5-2542-818E-EFB08F9D7BF9}">
      <dgm:prSet phldrT="Add an event" custT="1"/>
      <dgm:spPr/>
      <dgm:t>
        <a:bodyPr/>
        <a:lstStyle/>
        <a:p>
          <a:pPr>
            <a:defRPr b="1"/>
          </a:pPr>
          <a:r>
            <a:rPr lang="en-US" sz="3200"/>
            <a:t>A Time Entry is Automatically Created</a:t>
          </a:r>
        </a:p>
      </dgm:t>
    </dgm:pt>
    <dgm:pt modelId="{57E0B065-48F2-314E-AAD7-134DE2914969}" type="parTrans" cxnId="{760AE93A-57D0-DC43-9276-262485739A20}">
      <dgm:prSet/>
      <dgm:spPr/>
      <dgm:t>
        <a:bodyPr/>
        <a:lstStyle/>
        <a:p>
          <a:endParaRPr lang="en-US"/>
        </a:p>
      </dgm:t>
    </dgm:pt>
    <dgm:pt modelId="{CF1AC6DA-A1B3-954F-B54E-6D3E017005AB}" type="sibTrans" cxnId="{760AE93A-57D0-DC43-9276-262485739A20}">
      <dgm:prSet/>
      <dgm:spPr/>
      <dgm:t>
        <a:bodyPr/>
        <a:lstStyle/>
        <a:p>
          <a:endParaRPr lang="en-US"/>
        </a:p>
      </dgm:t>
    </dgm:pt>
    <dgm:pt modelId="{6843D87F-8209-FD4D-BB5B-8B3CE9ACB207}">
      <dgm:prSet phldrT="Write a description of the significance of this event" custT="1"/>
      <dgm:spPr/>
      <dgm:t>
        <a:bodyPr/>
        <a:lstStyle/>
        <a:p>
          <a:r>
            <a:rPr lang="en-US" sz="2000"/>
            <a:t>pusher.py writes a complete time_entries row from the summary metadata – no manual logging required.</a:t>
          </a:r>
        </a:p>
      </dgm:t>
    </dgm:pt>
    <dgm:pt modelId="{9AAEBA7C-3428-3842-854C-7C34707D060A}" type="parTrans" cxnId="{2F1D9CFB-4B1E-2044-B877-F98F96444AE3}">
      <dgm:prSet/>
      <dgm:spPr/>
      <dgm:t>
        <a:bodyPr/>
        <a:lstStyle/>
        <a:p>
          <a:endParaRPr lang="en-US"/>
        </a:p>
      </dgm:t>
    </dgm:pt>
    <dgm:pt modelId="{1FF7F390-8885-1746-A4B7-4B6AF2D5195E}" type="sibTrans" cxnId="{2F1D9CFB-4B1E-2044-B877-F98F96444AE3}">
      <dgm:prSet/>
      <dgm:spPr/>
      <dgm:t>
        <a:bodyPr/>
        <a:lstStyle/>
        <a:p>
          <a:endParaRPr lang="en-US"/>
        </a:p>
      </dgm:t>
    </dgm:pt>
    <dgm:pt modelId="{6C412C74-9F4A-634F-AE69-B9D99B194B9D}">
      <dgm:prSet phldrT="Add an event" custT="1"/>
      <dgm:spPr/>
      <dgm:t>
        <a:bodyPr/>
        <a:lstStyle/>
        <a:p>
          <a:pPr>
            <a:defRPr b="1"/>
          </a:pPr>
          <a:r>
            <a:rPr lang="en-US" sz="3200"/>
            <a:t>Entry Appears in Your Dashboard</a:t>
          </a:r>
        </a:p>
      </dgm:t>
    </dgm:pt>
    <dgm:pt modelId="{22CF71D1-DCED-6F49-836F-077850ADC60D}" type="parTrans" cxnId="{4D976189-7C23-9E48-A2B0-4E6B58F5E5F7}">
      <dgm:prSet/>
      <dgm:spPr/>
      <dgm:t>
        <a:bodyPr/>
        <a:lstStyle/>
        <a:p>
          <a:endParaRPr lang="en-US"/>
        </a:p>
      </dgm:t>
    </dgm:pt>
    <dgm:pt modelId="{0F93CC7B-7885-A740-936F-F38F1535E018}" type="sibTrans" cxnId="{4D976189-7C23-9E48-A2B0-4E6B58F5E5F7}">
      <dgm:prSet/>
      <dgm:spPr/>
      <dgm:t>
        <a:bodyPr/>
        <a:lstStyle/>
        <a:p>
          <a:endParaRPr lang="en-US"/>
        </a:p>
      </dgm:t>
    </dgm:pt>
    <dgm:pt modelId="{0E22580F-0401-9F4F-9961-51258DFD1B7D}">
      <dgm:prSet phldrT="Write a description of the significance of this event" custT="1"/>
      <dgm:spPr/>
      <dgm:t>
        <a:bodyPr/>
        <a:lstStyle/>
        <a:p>
          <a:r>
            <a:rPr lang="en-US" sz="2000"/>
            <a:t>The meeting shows up in the Time Tracker dashboard, entries table, and all reports – editable, filterable, and exportable to CSV alongside any manual or imported entries</a:t>
          </a:r>
        </a:p>
      </dgm:t>
    </dgm:pt>
    <dgm:pt modelId="{083837E5-F433-C448-A23D-87C02AE58B49}" type="parTrans" cxnId="{BF9E9393-1D59-D240-AE6F-6F3F7A90A411}">
      <dgm:prSet/>
      <dgm:spPr/>
      <dgm:t>
        <a:bodyPr/>
        <a:lstStyle/>
        <a:p>
          <a:endParaRPr lang="en-US"/>
        </a:p>
      </dgm:t>
    </dgm:pt>
    <dgm:pt modelId="{15749E32-34F3-E04C-A1C0-536CB147FE8A}" type="sibTrans" cxnId="{BF9E9393-1D59-D240-AE6F-6F3F7A90A411}">
      <dgm:prSet/>
      <dgm:spPr/>
      <dgm:t>
        <a:bodyPr/>
        <a:lstStyle/>
        <a:p>
          <a:endParaRPr lang="en-US"/>
        </a:p>
      </dgm:t>
    </dgm:pt>
    <dgm:pt modelId="{F7A138B9-4F74-1B43-BDFA-1B2B5D262965}">
      <dgm:prSet phldrT="Add an event" custT="1"/>
      <dgm:spPr/>
      <dgm:t>
        <a:bodyPr/>
        <a:lstStyle/>
        <a:p>
          <a:pPr>
            <a:defRPr b="1"/>
          </a:pPr>
          <a:r>
            <a:rPr lang="en-US" sz="3200"/>
            <a:t>Ask About It Later – Get a Grounded Answer</a:t>
          </a:r>
        </a:p>
      </dgm:t>
    </dgm:pt>
    <dgm:pt modelId="{F9FCB87A-4708-6E45-9834-979BEC3857CB}" type="parTrans" cxnId="{ED63653C-714A-AF4B-BA84-0520A8FBEAF1}">
      <dgm:prSet/>
      <dgm:spPr/>
      <dgm:t>
        <a:bodyPr/>
        <a:lstStyle/>
        <a:p>
          <a:endParaRPr lang="en-US"/>
        </a:p>
      </dgm:t>
    </dgm:pt>
    <dgm:pt modelId="{577F09A8-D553-3145-84E5-CBFE071E01F8}" type="sibTrans" cxnId="{ED63653C-714A-AF4B-BA84-0520A8FBEAF1}">
      <dgm:prSet/>
      <dgm:spPr/>
      <dgm:t>
        <a:bodyPr/>
        <a:lstStyle/>
        <a:p>
          <a:endParaRPr lang="en-US"/>
        </a:p>
      </dgm:t>
    </dgm:pt>
    <dgm:pt modelId="{FBB0A594-B434-1247-B589-EE52A5153AA7}">
      <dgm:prSet phldrT="Write a description of the significance of this event" custT="1"/>
      <dgm:spPr/>
      <dgm:t>
        <a:bodyPr/>
        <a:lstStyle/>
        <a:p>
          <a:r>
            <a:rPr lang="en-US" sz="2000"/>
            <a:t>ttt.py retrieves the entry as structured context for any future Knowledge Engine Chat.</a:t>
          </a:r>
        </a:p>
        <a:p>
          <a:endParaRPr lang="en-US" sz="2000"/>
        </a:p>
        <a:p>
          <a:r>
            <a:rPr lang="en-US" sz="2000"/>
            <a:t>Ask questions like:</a:t>
          </a:r>
        </a:p>
        <a:p>
          <a:r>
            <a:rPr lang="en-US" sz="2000"/>
            <a:t>“How much time did we spend on the Honda Observability PoC last month”</a:t>
          </a:r>
        </a:p>
      </dgm:t>
    </dgm:pt>
    <dgm:pt modelId="{053F4C9A-9D08-4044-B56D-18310BCC37F0}" type="parTrans" cxnId="{19922B13-0559-7E4B-BEF9-4617A758A5B1}">
      <dgm:prSet/>
      <dgm:spPr/>
      <dgm:t>
        <a:bodyPr/>
        <a:lstStyle/>
        <a:p>
          <a:endParaRPr lang="en-US"/>
        </a:p>
      </dgm:t>
    </dgm:pt>
    <dgm:pt modelId="{F952C797-4274-4945-9D3A-8F5197830511}" type="sibTrans" cxnId="{19922B13-0559-7E4B-BEF9-4617A758A5B1}">
      <dgm:prSet/>
      <dgm:spPr/>
      <dgm:t>
        <a:bodyPr/>
        <a:lstStyle/>
        <a:p>
          <a:endParaRPr lang="en-US"/>
        </a:p>
      </dgm:t>
    </dgm:pt>
    <dgm:pt modelId="{EC0BA5BF-3F37-FB47-8262-FEE516736984}">
      <dgm:prSet phldrT="Add an event" custT="1"/>
      <dgm:spPr/>
      <dgm:t>
        <a:bodyPr/>
        <a:lstStyle/>
        <a:p>
          <a:pPr>
            <a:defRPr b="1"/>
          </a:pPr>
          <a:r>
            <a:rPr lang="en-US" sz="3600"/>
            <a:t>Chunks Embedded &amp; Indexed</a:t>
          </a:r>
        </a:p>
      </dgm:t>
    </dgm:pt>
    <dgm:pt modelId="{C6D86F60-4996-C541-BE8F-1BE8B61EF633}" type="parTrans" cxnId="{F6264E61-FED6-9F4A-806D-1BFD4126A784}">
      <dgm:prSet/>
      <dgm:spPr/>
      <dgm:t>
        <a:bodyPr/>
        <a:lstStyle/>
        <a:p>
          <a:endParaRPr lang="en-US"/>
        </a:p>
      </dgm:t>
    </dgm:pt>
    <dgm:pt modelId="{99ABAC1F-A374-5D4F-AF40-505DE361F831}" type="sibTrans" cxnId="{F6264E61-FED6-9F4A-806D-1BFD4126A784}">
      <dgm:prSet/>
      <dgm:spPr/>
      <dgm:t>
        <a:bodyPr/>
        <a:lstStyle/>
        <a:p>
          <a:endParaRPr lang="en-US"/>
        </a:p>
      </dgm:t>
    </dgm:pt>
    <dgm:pt modelId="{9A3D7A38-F689-5C42-B582-3AD3161ED21C}">
      <dgm:prSet phldrT="Write a description of the significance of this event" custT="1"/>
      <dgm:spPr/>
      <dgm:t>
        <a:bodyPr/>
        <a:lstStyle/>
        <a:p>
          <a:r>
            <a:rPr lang="en-US" sz="2000"/>
            <a:t>Each chunk is converted to a vector via Nomic (cloud) or Ollama (local) and stored in pgvector on Neon. </a:t>
          </a:r>
        </a:p>
        <a:p>
          <a:r>
            <a:rPr lang="en-US" sz="2000"/>
            <a:t>Now it’s permanently searchable by semantic similarity – not just keyword match.</a:t>
          </a:r>
        </a:p>
      </dgm:t>
    </dgm:pt>
    <dgm:pt modelId="{3D3C8CB2-0AB9-604F-852C-E3F991A1783A}" type="parTrans" cxnId="{12B0ABCC-0490-3246-9D9C-FF3132F8560D}">
      <dgm:prSet/>
      <dgm:spPr/>
      <dgm:t>
        <a:bodyPr/>
        <a:lstStyle/>
        <a:p>
          <a:endParaRPr lang="en-US"/>
        </a:p>
      </dgm:t>
    </dgm:pt>
    <dgm:pt modelId="{444BB48E-6C1D-0C4F-AAC9-60F7AB5F41D8}" type="sibTrans" cxnId="{12B0ABCC-0490-3246-9D9C-FF3132F8560D}">
      <dgm:prSet/>
      <dgm:spPr/>
      <dgm:t>
        <a:bodyPr/>
        <a:lstStyle/>
        <a:p>
          <a:endParaRPr lang="en-US"/>
        </a:p>
      </dgm:t>
    </dgm:pt>
    <dgm:pt modelId="{9C34569B-11F6-7140-A2DB-1C4AD1E6BE11}" type="pres">
      <dgm:prSet presAssocID="{E9898E34-FCE5-CF48-93A6-24A9C3096DD4}" presName="root" presStyleCnt="0">
        <dgm:presLayoutVars>
          <dgm:dir/>
          <dgm:animLvl val="lvl"/>
        </dgm:presLayoutVars>
      </dgm:prSet>
      <dgm:spPr/>
    </dgm:pt>
    <dgm:pt modelId="{224799D9-59E1-BE45-82D0-D51349FF956E}" type="pres">
      <dgm:prSet presAssocID="{E9898E34-FCE5-CF48-93A6-24A9C3096DD4}" presName="divider" presStyleCnt="0"/>
      <dgm:spPr/>
    </dgm:pt>
    <dgm:pt modelId="{D656E855-ECCD-9449-ABDD-C28D5FEA02BB}" type="pres">
      <dgm:prSet presAssocID="{E9898E34-FCE5-CF48-93A6-24A9C3096DD4}" presName="rectBar" presStyleLbl="dkBgShp" presStyleIdx="0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B5995A21-6C63-C24C-A62F-C1993334B412}" type="pres">
      <dgm:prSet presAssocID="{E9898E34-FCE5-CF48-93A6-24A9C3096DD4}" presName="chevronArrow" presStyleLbl="dkBgShp" presStyleIdx="1" presStyleCnt="9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003CCE2-5306-7242-8C1A-0F9778B1F7D0}" type="pres">
      <dgm:prSet presAssocID="{E9898E34-FCE5-CF48-93A6-24A9C3096DD4}" presName="nodes" presStyleCnt="0">
        <dgm:presLayoutVars>
          <dgm:chMax/>
          <dgm:chPref/>
          <dgm:animLvl val="lvl"/>
        </dgm:presLayoutVars>
      </dgm:prSet>
      <dgm:spPr/>
    </dgm:pt>
    <dgm:pt modelId="{51E86053-6065-BE4F-9FEF-FAA88F39B7F3}" type="pres">
      <dgm:prSet presAssocID="{C674BB61-A551-1B4A-8F1A-E2D72418E021}" presName="composite" presStyleCnt="0"/>
      <dgm:spPr/>
    </dgm:pt>
    <dgm:pt modelId="{9860654F-EE8D-B341-8230-60DD3F6873DE}" type="pres">
      <dgm:prSet presAssocID="{C674BB61-A551-1B4A-8F1A-E2D72418E021}" presName="DropPinPlaceHolder" presStyleCnt="0"/>
      <dgm:spPr/>
    </dgm:pt>
    <dgm:pt modelId="{0D121339-8EFA-9348-8416-7849B2067064}" type="pres">
      <dgm:prSet presAssocID="{C674BB61-A551-1B4A-8F1A-E2D72418E021}" presName="DropPin" presStyleLbl="alignNode1" presStyleIdx="0" presStyleCnt="7"/>
      <dgm:spPr/>
    </dgm:pt>
    <dgm:pt modelId="{D00D1449-100E-B244-ADE7-8DA5A907A786}" type="pres">
      <dgm:prSet presAssocID="{C674BB61-A551-1B4A-8F1A-E2D72418E021}" presName="Ellipse" presStyleLbl="fgAcc1" presStyleIdx="0" presStyleCnt="7"/>
      <dgm:spPr/>
    </dgm:pt>
    <dgm:pt modelId="{521A609B-4CEE-5643-8078-10177552333B}" type="pres">
      <dgm:prSet presAssocID="{C674BB61-A551-1B4A-8F1A-E2D72418E021}" presName="L2TextContainer" presStyleLbl="revTx" presStyleIdx="0" presStyleCnt="14">
        <dgm:presLayoutVars>
          <dgm:bulletEnabled val="1"/>
        </dgm:presLayoutVars>
      </dgm:prSet>
      <dgm:spPr/>
    </dgm:pt>
    <dgm:pt modelId="{06265DFF-D5C9-B34F-9073-3963EFA6E1B9}" type="pres">
      <dgm:prSet presAssocID="{C674BB61-A551-1B4A-8F1A-E2D72418E021}" presName="L1TextContainer" presStyleLbl="revTx" presStyleIdx="1" presStyleCnt="14">
        <dgm:presLayoutVars>
          <dgm:chMax val="1"/>
          <dgm:chPref val="1"/>
          <dgm:bulletEnabled val="1"/>
        </dgm:presLayoutVars>
      </dgm:prSet>
      <dgm:spPr/>
    </dgm:pt>
    <dgm:pt modelId="{6E6AA181-9E8F-744A-A975-7C2FD651890A}" type="pres">
      <dgm:prSet presAssocID="{C674BB61-A551-1B4A-8F1A-E2D72418E021}" presName="ConnectLine" presStyleLbl="dkBgShp" presStyleIdx="2" presStyleCnt="9"/>
      <dgm:spPr/>
    </dgm:pt>
    <dgm:pt modelId="{E5426654-A9C9-D94A-BE42-D3DE5C3329D3}" type="pres">
      <dgm:prSet presAssocID="{C674BB61-A551-1B4A-8F1A-E2D72418E021}" presName="ConnectorPoint" presStyleCnt="0"/>
      <dgm:spPr/>
    </dgm:pt>
    <dgm:pt modelId="{04893214-CC53-494B-83AC-AE783F4A95F7}" type="pres">
      <dgm:prSet presAssocID="{C674BB61-A551-1B4A-8F1A-E2D72418E021}" presName="Bullet" presStyleLbl="lnNode1" presStyleIdx="0" presStyleCnt="7"/>
      <dgm:spPr/>
    </dgm:pt>
    <dgm:pt modelId="{043FD911-4F4C-9244-806C-5E203F5254FA}" type="pres">
      <dgm:prSet presAssocID="{C674BB61-A551-1B4A-8F1A-E2D72418E021}" presName="EmptyPlaceHolder" presStyleCnt="0"/>
      <dgm:spPr/>
    </dgm:pt>
    <dgm:pt modelId="{0887273E-8D30-334D-926C-E29D8BF2FAF8}" type="pres">
      <dgm:prSet presAssocID="{29927DD3-F12B-1C4E-BCFC-9053BA505474}" presName="spaceBetweenRectangles" presStyleCnt="0"/>
      <dgm:spPr/>
    </dgm:pt>
    <dgm:pt modelId="{67DF744A-1006-544B-8146-DC8C55279729}" type="pres">
      <dgm:prSet presAssocID="{E403CCDF-3BE9-354A-BA0E-B1EDA87841F0}" presName="composite" presStyleCnt="0"/>
      <dgm:spPr/>
    </dgm:pt>
    <dgm:pt modelId="{2811A39A-9711-8B47-8016-548EE0DE5348}" type="pres">
      <dgm:prSet presAssocID="{E403CCDF-3BE9-354A-BA0E-B1EDA87841F0}" presName="DropPinPlaceHolder" presStyleCnt="0"/>
      <dgm:spPr/>
    </dgm:pt>
    <dgm:pt modelId="{79F1D0EF-AB3B-6B48-8D1B-FCFB992799B0}" type="pres">
      <dgm:prSet presAssocID="{E403CCDF-3BE9-354A-BA0E-B1EDA87841F0}" presName="DropPin" presStyleLbl="alignNode1" presStyleIdx="1" presStyleCnt="7"/>
      <dgm:spPr/>
    </dgm:pt>
    <dgm:pt modelId="{84D443C4-092A-BC4D-BB9D-785E73BF47B2}" type="pres">
      <dgm:prSet presAssocID="{E403CCDF-3BE9-354A-BA0E-B1EDA87841F0}" presName="Ellipse" presStyleLbl="fgAcc1" presStyleIdx="1" presStyleCnt="7"/>
      <dgm:spPr/>
    </dgm:pt>
    <dgm:pt modelId="{707B7B25-BFC1-1F4D-ABAD-C66192CCC8E9}" type="pres">
      <dgm:prSet presAssocID="{E403CCDF-3BE9-354A-BA0E-B1EDA87841F0}" presName="L2TextContainer" presStyleLbl="revTx" presStyleIdx="2" presStyleCnt="14">
        <dgm:presLayoutVars>
          <dgm:bulletEnabled val="1"/>
        </dgm:presLayoutVars>
      </dgm:prSet>
      <dgm:spPr/>
    </dgm:pt>
    <dgm:pt modelId="{EE4EF44E-84D6-934E-8E6D-E8CB4648E6FA}" type="pres">
      <dgm:prSet presAssocID="{E403CCDF-3BE9-354A-BA0E-B1EDA87841F0}" presName="L1TextContainer" presStyleLbl="revTx" presStyleIdx="3" presStyleCnt="14">
        <dgm:presLayoutVars>
          <dgm:chMax val="1"/>
          <dgm:chPref val="1"/>
          <dgm:bulletEnabled val="1"/>
        </dgm:presLayoutVars>
      </dgm:prSet>
      <dgm:spPr/>
    </dgm:pt>
    <dgm:pt modelId="{6983F104-F537-E74F-B3DA-9364941874A7}" type="pres">
      <dgm:prSet presAssocID="{E403CCDF-3BE9-354A-BA0E-B1EDA87841F0}" presName="ConnectLine" presStyleLbl="dkBgShp" presStyleIdx="3" presStyleCnt="9"/>
      <dgm:spPr/>
    </dgm:pt>
    <dgm:pt modelId="{C8D646AF-0807-A641-8303-E2314AF5B6D3}" type="pres">
      <dgm:prSet presAssocID="{E403CCDF-3BE9-354A-BA0E-B1EDA87841F0}" presName="ConnectorPoint" presStyleCnt="0"/>
      <dgm:spPr/>
    </dgm:pt>
    <dgm:pt modelId="{7B4F02EE-23A5-B041-A40D-1984D20E12BD}" type="pres">
      <dgm:prSet presAssocID="{E403CCDF-3BE9-354A-BA0E-B1EDA87841F0}" presName="Bullet" presStyleLbl="lnNode1" presStyleIdx="1" presStyleCnt="7"/>
      <dgm:spPr/>
    </dgm:pt>
    <dgm:pt modelId="{6EC15EEF-93CC-C543-BDBF-44E1A69A2AAB}" type="pres">
      <dgm:prSet presAssocID="{E403CCDF-3BE9-354A-BA0E-B1EDA87841F0}" presName="EmptyPlaceHolder" presStyleCnt="0"/>
      <dgm:spPr/>
    </dgm:pt>
    <dgm:pt modelId="{ECFC460C-BC66-7544-AF5B-7B22D8E23A8E}" type="pres">
      <dgm:prSet presAssocID="{65452803-3FA4-5648-97BA-A5B622E54B8E}" presName="spaceBetweenRectangles" presStyleCnt="0"/>
      <dgm:spPr/>
    </dgm:pt>
    <dgm:pt modelId="{177050D1-B8F8-484F-A17D-3AB27AEE836E}" type="pres">
      <dgm:prSet presAssocID="{EC0BA5BF-3F37-FB47-8262-FEE516736984}" presName="composite" presStyleCnt="0"/>
      <dgm:spPr/>
    </dgm:pt>
    <dgm:pt modelId="{849770A9-AF30-9D44-A8E3-4077E5C8ECA7}" type="pres">
      <dgm:prSet presAssocID="{EC0BA5BF-3F37-FB47-8262-FEE516736984}" presName="DropPinPlaceHolder" presStyleCnt="0"/>
      <dgm:spPr/>
    </dgm:pt>
    <dgm:pt modelId="{B67B6EA7-34C1-AB43-A8E1-DABA9422B4E0}" type="pres">
      <dgm:prSet presAssocID="{EC0BA5BF-3F37-FB47-8262-FEE516736984}" presName="DropPin" presStyleLbl="alignNode1" presStyleIdx="2" presStyleCnt="7"/>
      <dgm:spPr/>
    </dgm:pt>
    <dgm:pt modelId="{E5E59D70-2260-314A-819D-ACAFD6CA5F5F}" type="pres">
      <dgm:prSet presAssocID="{EC0BA5BF-3F37-FB47-8262-FEE516736984}" presName="Ellipse" presStyleLbl="fgAcc1" presStyleIdx="2" presStyleCnt="7"/>
      <dgm:spPr/>
    </dgm:pt>
    <dgm:pt modelId="{5D00E27A-8B46-C849-B66A-C1F39AB6F49F}" type="pres">
      <dgm:prSet presAssocID="{EC0BA5BF-3F37-FB47-8262-FEE516736984}" presName="L2TextContainer" presStyleLbl="revTx" presStyleIdx="4" presStyleCnt="14">
        <dgm:presLayoutVars>
          <dgm:bulletEnabled val="1"/>
        </dgm:presLayoutVars>
      </dgm:prSet>
      <dgm:spPr/>
    </dgm:pt>
    <dgm:pt modelId="{1E288D83-A6BD-E046-95F6-8211BAE067FA}" type="pres">
      <dgm:prSet presAssocID="{EC0BA5BF-3F37-FB47-8262-FEE516736984}" presName="L1TextContainer" presStyleLbl="revTx" presStyleIdx="5" presStyleCnt="14">
        <dgm:presLayoutVars>
          <dgm:chMax val="1"/>
          <dgm:chPref val="1"/>
          <dgm:bulletEnabled val="1"/>
        </dgm:presLayoutVars>
      </dgm:prSet>
      <dgm:spPr/>
    </dgm:pt>
    <dgm:pt modelId="{F223FEAE-49A6-D54B-AEEA-2D141C45E4EF}" type="pres">
      <dgm:prSet presAssocID="{EC0BA5BF-3F37-FB47-8262-FEE516736984}" presName="ConnectLine" presStyleLbl="dkBgShp" presStyleIdx="4" presStyleCnt="9"/>
      <dgm:spPr/>
    </dgm:pt>
    <dgm:pt modelId="{2E6E5F26-27DB-8B4A-BB06-0D9B8912D0CA}" type="pres">
      <dgm:prSet presAssocID="{EC0BA5BF-3F37-FB47-8262-FEE516736984}" presName="ConnectorPoint" presStyleCnt="0"/>
      <dgm:spPr/>
    </dgm:pt>
    <dgm:pt modelId="{4A216C99-83C2-7041-8964-3A3089378FC1}" type="pres">
      <dgm:prSet presAssocID="{EC0BA5BF-3F37-FB47-8262-FEE516736984}" presName="Bullet" presStyleLbl="lnNode1" presStyleIdx="2" presStyleCnt="7"/>
      <dgm:spPr/>
    </dgm:pt>
    <dgm:pt modelId="{2CAF3FF9-F9CE-F245-8354-CEE805C09B74}" type="pres">
      <dgm:prSet presAssocID="{EC0BA5BF-3F37-FB47-8262-FEE516736984}" presName="EmptyPlaceHolder" presStyleCnt="0"/>
      <dgm:spPr/>
    </dgm:pt>
    <dgm:pt modelId="{43E4F692-DA40-A249-B5F1-F7EF59A6B22D}" type="pres">
      <dgm:prSet presAssocID="{99ABAC1F-A374-5D4F-AF40-505DE361F831}" presName="spaceBetweenRectangles" presStyleCnt="0"/>
      <dgm:spPr/>
    </dgm:pt>
    <dgm:pt modelId="{E7A0CC78-488E-AA42-A74A-A2F046C89532}" type="pres">
      <dgm:prSet presAssocID="{A62A7B3B-6A99-FE4B-988F-A009D4F089F2}" presName="composite" presStyleCnt="0"/>
      <dgm:spPr/>
    </dgm:pt>
    <dgm:pt modelId="{2D791E66-C6A7-9C47-A6B5-5D23ABFA264B}" type="pres">
      <dgm:prSet presAssocID="{A62A7B3B-6A99-FE4B-988F-A009D4F089F2}" presName="DropPinPlaceHolder" presStyleCnt="0"/>
      <dgm:spPr/>
    </dgm:pt>
    <dgm:pt modelId="{C615A40C-157A-1645-92EA-39CD7290E9DA}" type="pres">
      <dgm:prSet presAssocID="{A62A7B3B-6A99-FE4B-988F-A009D4F089F2}" presName="DropPin" presStyleLbl="alignNode1" presStyleIdx="3" presStyleCnt="7"/>
      <dgm:spPr/>
    </dgm:pt>
    <dgm:pt modelId="{99781D5D-B902-CE4B-955D-93B84935FB3F}" type="pres">
      <dgm:prSet presAssocID="{A62A7B3B-6A99-FE4B-988F-A009D4F089F2}" presName="Ellipse" presStyleLbl="fgAcc1" presStyleIdx="3" presStyleCnt="7"/>
      <dgm:spPr/>
    </dgm:pt>
    <dgm:pt modelId="{90A9448B-80D3-874E-92A1-1D710BBF2B2F}" type="pres">
      <dgm:prSet presAssocID="{A62A7B3B-6A99-FE4B-988F-A009D4F089F2}" presName="L2TextContainer" presStyleLbl="revTx" presStyleIdx="6" presStyleCnt="14">
        <dgm:presLayoutVars>
          <dgm:bulletEnabled val="1"/>
        </dgm:presLayoutVars>
      </dgm:prSet>
      <dgm:spPr/>
    </dgm:pt>
    <dgm:pt modelId="{C6A0C4FE-ACCF-7841-BCB8-CFD9C2E9C71B}" type="pres">
      <dgm:prSet presAssocID="{A62A7B3B-6A99-FE4B-988F-A009D4F089F2}" presName="L1TextContainer" presStyleLbl="revTx" presStyleIdx="7" presStyleCnt="14">
        <dgm:presLayoutVars>
          <dgm:chMax val="1"/>
          <dgm:chPref val="1"/>
          <dgm:bulletEnabled val="1"/>
        </dgm:presLayoutVars>
      </dgm:prSet>
      <dgm:spPr/>
    </dgm:pt>
    <dgm:pt modelId="{A22BFC0C-E967-654B-9705-4F3C7188C92C}" type="pres">
      <dgm:prSet presAssocID="{A62A7B3B-6A99-FE4B-988F-A009D4F089F2}" presName="ConnectLine" presStyleLbl="dkBgShp" presStyleIdx="5" presStyleCnt="9"/>
      <dgm:spPr/>
    </dgm:pt>
    <dgm:pt modelId="{065405B0-3B13-E344-AEF2-5A4FB66CC1EF}" type="pres">
      <dgm:prSet presAssocID="{A62A7B3B-6A99-FE4B-988F-A009D4F089F2}" presName="ConnectorPoint" presStyleCnt="0"/>
      <dgm:spPr/>
    </dgm:pt>
    <dgm:pt modelId="{C1B25E1B-8F6F-A447-96F1-B161180E73F7}" type="pres">
      <dgm:prSet presAssocID="{A62A7B3B-6A99-FE4B-988F-A009D4F089F2}" presName="Bullet" presStyleLbl="lnNode1" presStyleIdx="3" presStyleCnt="7"/>
      <dgm:spPr/>
    </dgm:pt>
    <dgm:pt modelId="{B88F3FD9-D060-F04F-ADCC-F9F2EFAAC517}" type="pres">
      <dgm:prSet presAssocID="{A62A7B3B-6A99-FE4B-988F-A009D4F089F2}" presName="EmptyPlaceHolder" presStyleCnt="0"/>
      <dgm:spPr/>
    </dgm:pt>
    <dgm:pt modelId="{4CB88643-FA33-D342-9B5B-C845A0DBC13C}" type="pres">
      <dgm:prSet presAssocID="{0A928B69-D9D8-BF41-ABC1-54E13722BD79}" presName="spaceBetweenRectangles" presStyleCnt="0"/>
      <dgm:spPr/>
    </dgm:pt>
    <dgm:pt modelId="{BA3D7F50-7AB3-AF4E-BA8F-57DD7EAC6940}" type="pres">
      <dgm:prSet presAssocID="{8C2C47A0-D2A5-2542-818E-EFB08F9D7BF9}" presName="composite" presStyleCnt="0"/>
      <dgm:spPr/>
    </dgm:pt>
    <dgm:pt modelId="{4FFFFD06-2C1F-894A-8BBE-C96867EE9CC7}" type="pres">
      <dgm:prSet presAssocID="{8C2C47A0-D2A5-2542-818E-EFB08F9D7BF9}" presName="DropPinPlaceHolder" presStyleCnt="0"/>
      <dgm:spPr/>
    </dgm:pt>
    <dgm:pt modelId="{DE1A2BAF-F5FB-B244-B90C-E2BE783247D2}" type="pres">
      <dgm:prSet presAssocID="{8C2C47A0-D2A5-2542-818E-EFB08F9D7BF9}" presName="DropPin" presStyleLbl="alignNode1" presStyleIdx="4" presStyleCnt="7"/>
      <dgm:spPr/>
    </dgm:pt>
    <dgm:pt modelId="{9F234FE7-3D10-7242-8C28-13AD1A330459}" type="pres">
      <dgm:prSet presAssocID="{8C2C47A0-D2A5-2542-818E-EFB08F9D7BF9}" presName="Ellipse" presStyleLbl="fgAcc1" presStyleIdx="4" presStyleCnt="7"/>
      <dgm:spPr/>
    </dgm:pt>
    <dgm:pt modelId="{70F574A6-6995-C24F-BBE5-0157418D0C59}" type="pres">
      <dgm:prSet presAssocID="{8C2C47A0-D2A5-2542-818E-EFB08F9D7BF9}" presName="L2TextContainer" presStyleLbl="revTx" presStyleIdx="8" presStyleCnt="14">
        <dgm:presLayoutVars>
          <dgm:bulletEnabled val="1"/>
        </dgm:presLayoutVars>
      </dgm:prSet>
      <dgm:spPr/>
    </dgm:pt>
    <dgm:pt modelId="{FBD2E70F-E3AB-6B42-A673-05C757F9766A}" type="pres">
      <dgm:prSet presAssocID="{8C2C47A0-D2A5-2542-818E-EFB08F9D7BF9}" presName="L1TextContainer" presStyleLbl="revTx" presStyleIdx="9" presStyleCnt="14">
        <dgm:presLayoutVars>
          <dgm:chMax val="1"/>
          <dgm:chPref val="1"/>
          <dgm:bulletEnabled val="1"/>
        </dgm:presLayoutVars>
      </dgm:prSet>
      <dgm:spPr/>
    </dgm:pt>
    <dgm:pt modelId="{30562ADC-D339-894D-B6BE-0CF4E40D4601}" type="pres">
      <dgm:prSet presAssocID="{8C2C47A0-D2A5-2542-818E-EFB08F9D7BF9}" presName="ConnectLine" presStyleLbl="dkBgShp" presStyleIdx="6" presStyleCnt="9"/>
      <dgm:spPr/>
    </dgm:pt>
    <dgm:pt modelId="{5A3C464F-85FE-A54D-9C1C-9E1527DAC4C7}" type="pres">
      <dgm:prSet presAssocID="{8C2C47A0-D2A5-2542-818E-EFB08F9D7BF9}" presName="ConnectorPoint" presStyleCnt="0"/>
      <dgm:spPr/>
    </dgm:pt>
    <dgm:pt modelId="{36A1059B-6E7C-7F46-B214-0493CFC29832}" type="pres">
      <dgm:prSet presAssocID="{8C2C47A0-D2A5-2542-818E-EFB08F9D7BF9}" presName="Bullet" presStyleLbl="lnNode1" presStyleIdx="4" presStyleCnt="7"/>
      <dgm:spPr/>
    </dgm:pt>
    <dgm:pt modelId="{7BA69659-4960-4D48-85B1-A2A718D6FD79}" type="pres">
      <dgm:prSet presAssocID="{8C2C47A0-D2A5-2542-818E-EFB08F9D7BF9}" presName="EmptyPlaceHolder" presStyleCnt="0"/>
      <dgm:spPr/>
    </dgm:pt>
    <dgm:pt modelId="{8E87B973-A6DF-8E4E-8543-5B0FA66E3CF9}" type="pres">
      <dgm:prSet presAssocID="{CF1AC6DA-A1B3-954F-B54E-6D3E017005AB}" presName="spaceBetweenRectangles" presStyleCnt="0"/>
      <dgm:spPr/>
    </dgm:pt>
    <dgm:pt modelId="{B5DCE59F-F89C-4F46-9283-5F878BB0DBA5}" type="pres">
      <dgm:prSet presAssocID="{6C412C74-9F4A-634F-AE69-B9D99B194B9D}" presName="composite" presStyleCnt="0"/>
      <dgm:spPr/>
    </dgm:pt>
    <dgm:pt modelId="{188C3F66-B41C-2242-B63B-16412237F5B6}" type="pres">
      <dgm:prSet presAssocID="{6C412C74-9F4A-634F-AE69-B9D99B194B9D}" presName="DropPinPlaceHolder" presStyleCnt="0"/>
      <dgm:spPr/>
    </dgm:pt>
    <dgm:pt modelId="{B014E8DB-E26E-4C4F-87FB-18B8AD0EF72E}" type="pres">
      <dgm:prSet presAssocID="{6C412C74-9F4A-634F-AE69-B9D99B194B9D}" presName="DropPin" presStyleLbl="alignNode1" presStyleIdx="5" presStyleCnt="7"/>
      <dgm:spPr/>
    </dgm:pt>
    <dgm:pt modelId="{1D86D260-0A4F-4748-8BB3-B68EB88AF527}" type="pres">
      <dgm:prSet presAssocID="{6C412C74-9F4A-634F-AE69-B9D99B194B9D}" presName="Ellipse" presStyleLbl="fgAcc1" presStyleIdx="5" presStyleCnt="7"/>
      <dgm:spPr/>
    </dgm:pt>
    <dgm:pt modelId="{BF96F009-EDD1-4E4E-8305-D8DF4F055372}" type="pres">
      <dgm:prSet presAssocID="{6C412C74-9F4A-634F-AE69-B9D99B194B9D}" presName="L2TextContainer" presStyleLbl="revTx" presStyleIdx="10" presStyleCnt="14">
        <dgm:presLayoutVars>
          <dgm:bulletEnabled val="1"/>
        </dgm:presLayoutVars>
      </dgm:prSet>
      <dgm:spPr/>
    </dgm:pt>
    <dgm:pt modelId="{5431EA44-C220-6042-97A3-D90A3DF9F90C}" type="pres">
      <dgm:prSet presAssocID="{6C412C74-9F4A-634F-AE69-B9D99B194B9D}" presName="L1TextContainer" presStyleLbl="revTx" presStyleIdx="11" presStyleCnt="14">
        <dgm:presLayoutVars>
          <dgm:chMax val="1"/>
          <dgm:chPref val="1"/>
          <dgm:bulletEnabled val="1"/>
        </dgm:presLayoutVars>
      </dgm:prSet>
      <dgm:spPr/>
    </dgm:pt>
    <dgm:pt modelId="{730E7C27-ADDB-864B-8AEE-93433FA98298}" type="pres">
      <dgm:prSet presAssocID="{6C412C74-9F4A-634F-AE69-B9D99B194B9D}" presName="ConnectLine" presStyleLbl="dkBgShp" presStyleIdx="7" presStyleCnt="9"/>
      <dgm:spPr/>
    </dgm:pt>
    <dgm:pt modelId="{8DFC0785-01D7-7B48-882B-D27F3FDC0669}" type="pres">
      <dgm:prSet presAssocID="{6C412C74-9F4A-634F-AE69-B9D99B194B9D}" presName="ConnectorPoint" presStyleCnt="0"/>
      <dgm:spPr/>
    </dgm:pt>
    <dgm:pt modelId="{F1676299-3BF8-A74F-A47E-FE69D8BE7E0F}" type="pres">
      <dgm:prSet presAssocID="{6C412C74-9F4A-634F-AE69-B9D99B194B9D}" presName="Bullet" presStyleLbl="lnNode1" presStyleIdx="5" presStyleCnt="7"/>
      <dgm:spPr/>
    </dgm:pt>
    <dgm:pt modelId="{0035B5E4-3105-894F-98D3-C9898BE2EA8C}" type="pres">
      <dgm:prSet presAssocID="{6C412C74-9F4A-634F-AE69-B9D99B194B9D}" presName="EmptyPlaceHolder" presStyleCnt="0"/>
      <dgm:spPr/>
    </dgm:pt>
    <dgm:pt modelId="{A85672FF-DBB5-0C4E-ADAE-3E70E1615681}" type="pres">
      <dgm:prSet presAssocID="{0F93CC7B-7885-A740-936F-F38F1535E018}" presName="spaceBetweenRectangles" presStyleCnt="0"/>
      <dgm:spPr/>
    </dgm:pt>
    <dgm:pt modelId="{5F8E9661-2B51-6A48-B96F-179AEE877C47}" type="pres">
      <dgm:prSet presAssocID="{F7A138B9-4F74-1B43-BDFA-1B2B5D262965}" presName="composite" presStyleCnt="0"/>
      <dgm:spPr/>
    </dgm:pt>
    <dgm:pt modelId="{38248711-C867-034E-B546-E226F744733B}" type="pres">
      <dgm:prSet presAssocID="{F7A138B9-4F74-1B43-BDFA-1B2B5D262965}" presName="DropPinPlaceHolder" presStyleCnt="0"/>
      <dgm:spPr/>
    </dgm:pt>
    <dgm:pt modelId="{097D125C-FA43-9C4F-9CEA-3620AF82B766}" type="pres">
      <dgm:prSet presAssocID="{F7A138B9-4F74-1B43-BDFA-1B2B5D262965}" presName="DropPin" presStyleLbl="alignNode1" presStyleIdx="6" presStyleCnt="7"/>
      <dgm:spPr/>
    </dgm:pt>
    <dgm:pt modelId="{CF31AEDB-24F7-2A47-A1D3-961F7C4FC609}" type="pres">
      <dgm:prSet presAssocID="{F7A138B9-4F74-1B43-BDFA-1B2B5D262965}" presName="Ellipse" presStyleLbl="fgAcc1" presStyleIdx="6" presStyleCnt="7"/>
      <dgm:spPr/>
    </dgm:pt>
    <dgm:pt modelId="{6AEFBCD8-792B-F04D-8CC2-C490E7432376}" type="pres">
      <dgm:prSet presAssocID="{F7A138B9-4F74-1B43-BDFA-1B2B5D262965}" presName="L2TextContainer" presStyleLbl="revTx" presStyleIdx="12" presStyleCnt="14">
        <dgm:presLayoutVars>
          <dgm:bulletEnabled val="1"/>
        </dgm:presLayoutVars>
      </dgm:prSet>
      <dgm:spPr/>
    </dgm:pt>
    <dgm:pt modelId="{3DA767B2-003D-5440-B442-9487A641989B}" type="pres">
      <dgm:prSet presAssocID="{F7A138B9-4F74-1B43-BDFA-1B2B5D262965}" presName="L1TextContainer" presStyleLbl="revTx" presStyleIdx="13" presStyleCnt="14">
        <dgm:presLayoutVars>
          <dgm:chMax val="1"/>
          <dgm:chPref val="1"/>
          <dgm:bulletEnabled val="1"/>
        </dgm:presLayoutVars>
      </dgm:prSet>
      <dgm:spPr/>
    </dgm:pt>
    <dgm:pt modelId="{06BDBEA3-9C2E-3045-B24C-DE2521C572B1}" type="pres">
      <dgm:prSet presAssocID="{F7A138B9-4F74-1B43-BDFA-1B2B5D262965}" presName="ConnectLine" presStyleLbl="dkBgShp" presStyleIdx="8" presStyleCnt="9"/>
      <dgm:spPr/>
    </dgm:pt>
    <dgm:pt modelId="{B49A0914-2E9F-5C45-89C9-45542816E044}" type="pres">
      <dgm:prSet presAssocID="{F7A138B9-4F74-1B43-BDFA-1B2B5D262965}" presName="ConnectorPoint" presStyleCnt="0"/>
      <dgm:spPr/>
    </dgm:pt>
    <dgm:pt modelId="{327DB1B8-999C-E74E-BAFD-5E093745C6A7}" type="pres">
      <dgm:prSet presAssocID="{F7A138B9-4F74-1B43-BDFA-1B2B5D262965}" presName="Bullet" presStyleLbl="lnNode1" presStyleIdx="6" presStyleCnt="7"/>
      <dgm:spPr/>
    </dgm:pt>
    <dgm:pt modelId="{70CD6B79-743D-BC41-8736-C3F84EEC0250}" type="pres">
      <dgm:prSet presAssocID="{F7A138B9-4F74-1B43-BDFA-1B2B5D262965}" presName="EmptyPlaceHolder" presStyleCnt="0"/>
      <dgm:spPr/>
    </dgm:pt>
  </dgm:ptLst>
  <dgm:cxnLst>
    <dgm:cxn modelId="{F9EC6D05-96E9-A842-B1DC-D054B08CACC4}" type="presOf" srcId="{6843D87F-8209-FD4D-BB5B-8B3CE9ACB207}" destId="{70F574A6-6995-C24F-BBE5-0157418D0C59}" srcOrd="0" destOrd="0" presId="urn:microsoft.com/office/officeart/2024/layout/BulletTimeline"/>
    <dgm:cxn modelId="{89BD290C-D040-2E4D-8FDC-DFD3168370B9}" srcId="{EC0BA5BF-3F37-FB47-8262-FEE516736984}" destId="{2F6DFE7F-30BD-094D-BACB-70FA2E845278}" srcOrd="1" destOrd="0" parTransId="{2B110986-BD1C-8E42-A011-72874A1AE059}" sibTransId="{85E79454-D6C0-0B4B-AA26-F25DF3D5657F}"/>
    <dgm:cxn modelId="{49FF8E11-E8E7-8449-A4F9-3DC0C415D033}" srcId="{C674BB61-A551-1B4A-8F1A-E2D72418E021}" destId="{0ECDDE31-8E41-2F4E-856E-C4C06018649F}" srcOrd="0" destOrd="0" parTransId="{F750AF58-674A-454F-96A7-5869C3DDAA19}" sibTransId="{9B2EB360-D799-5D45-AF17-742BDBBEDA2D}"/>
    <dgm:cxn modelId="{19922B13-0559-7E4B-BEF9-4617A758A5B1}" srcId="{F7A138B9-4F74-1B43-BDFA-1B2B5D262965}" destId="{FBB0A594-B434-1247-B589-EE52A5153AA7}" srcOrd="0" destOrd="0" parTransId="{053F4C9A-9D08-4044-B56D-18310BCC37F0}" sibTransId="{F952C797-4274-4945-9D3A-8F5197830511}"/>
    <dgm:cxn modelId="{3EB97E19-234D-9C42-BD78-DA19456386E9}" srcId="{E9898E34-FCE5-CF48-93A6-24A9C3096DD4}" destId="{E403CCDF-3BE9-354A-BA0E-B1EDA87841F0}" srcOrd="1" destOrd="0" parTransId="{51D2603F-26FA-5E4D-A8F1-B517CBE57AE8}" sibTransId="{65452803-3FA4-5648-97BA-A5B622E54B8E}"/>
    <dgm:cxn modelId="{8572971F-ED2B-0740-A600-500951A9F5EE}" type="presOf" srcId="{F7A138B9-4F74-1B43-BDFA-1B2B5D262965}" destId="{3DA767B2-003D-5440-B442-9487A641989B}" srcOrd="0" destOrd="0" presId="urn:microsoft.com/office/officeart/2024/layout/BulletTimeline"/>
    <dgm:cxn modelId="{DCCA9539-941F-4747-AE78-B12F9EBDFFEB}" type="presOf" srcId="{0ECDDE31-8E41-2F4E-856E-C4C06018649F}" destId="{521A609B-4CEE-5643-8078-10177552333B}" srcOrd="0" destOrd="0" presId="urn:microsoft.com/office/officeart/2024/layout/BulletTimeline"/>
    <dgm:cxn modelId="{3109793A-D5A7-0D44-B142-94AE01036280}" type="presOf" srcId="{0E22580F-0401-9F4F-9961-51258DFD1B7D}" destId="{BF96F009-EDD1-4E4E-8305-D8DF4F055372}" srcOrd="0" destOrd="0" presId="urn:microsoft.com/office/officeart/2024/layout/BulletTimeline"/>
    <dgm:cxn modelId="{760AE93A-57D0-DC43-9276-262485739A20}" srcId="{E9898E34-FCE5-CF48-93A6-24A9C3096DD4}" destId="{8C2C47A0-D2A5-2542-818E-EFB08F9D7BF9}" srcOrd="4" destOrd="0" parTransId="{57E0B065-48F2-314E-AAD7-134DE2914969}" sibTransId="{CF1AC6DA-A1B3-954F-B54E-6D3E017005AB}"/>
    <dgm:cxn modelId="{ED63653C-714A-AF4B-BA84-0520A8FBEAF1}" srcId="{E9898E34-FCE5-CF48-93A6-24A9C3096DD4}" destId="{F7A138B9-4F74-1B43-BDFA-1B2B5D262965}" srcOrd="6" destOrd="0" parTransId="{F9FCB87A-4708-6E45-9834-979BEC3857CB}" sibTransId="{577F09A8-D553-3145-84E5-CBFE071E01F8}"/>
    <dgm:cxn modelId="{5AAEE740-B7B0-064B-A599-ED9C7B773052}" srcId="{E403CCDF-3BE9-354A-BA0E-B1EDA87841F0}" destId="{1F46ECDB-A898-1C43-860E-572E9DD85214}" srcOrd="0" destOrd="0" parTransId="{B60BDA1C-3C74-7E47-8D8A-8C2D9BE48D2B}" sibTransId="{FF722C2E-A441-C746-AB22-A57E7002FE93}"/>
    <dgm:cxn modelId="{495D4C4E-CDE8-544D-AFEE-6691F707A063}" type="presOf" srcId="{E403CCDF-3BE9-354A-BA0E-B1EDA87841F0}" destId="{EE4EF44E-84D6-934E-8E6D-E8CB4648E6FA}" srcOrd="0" destOrd="0" presId="urn:microsoft.com/office/officeart/2024/layout/BulletTimeline"/>
    <dgm:cxn modelId="{F6264E61-FED6-9F4A-806D-1BFD4126A784}" srcId="{E9898E34-FCE5-CF48-93A6-24A9C3096DD4}" destId="{EC0BA5BF-3F37-FB47-8262-FEE516736984}" srcOrd="2" destOrd="0" parTransId="{C6D86F60-4996-C541-BE8F-1BE8B61EF633}" sibTransId="{99ABAC1F-A374-5D4F-AF40-505DE361F831}"/>
    <dgm:cxn modelId="{98802069-09F3-454F-9564-EB50D554A23C}" type="presOf" srcId="{6C412C74-9F4A-634F-AE69-B9D99B194B9D}" destId="{5431EA44-C220-6042-97A3-D90A3DF9F90C}" srcOrd="0" destOrd="0" presId="urn:microsoft.com/office/officeart/2024/layout/BulletTimeline"/>
    <dgm:cxn modelId="{491D076F-E0D1-1148-87CB-4D5F750D8C1F}" type="presOf" srcId="{F6E355BE-9AC2-3946-AE15-18B876B01A06}" destId="{90A9448B-80D3-874E-92A1-1D710BBF2B2F}" srcOrd="0" destOrd="0" presId="urn:microsoft.com/office/officeart/2024/layout/BulletTimeline"/>
    <dgm:cxn modelId="{0B32406F-5024-2044-B413-DC131A8DE8E8}" srcId="{E9898E34-FCE5-CF48-93A6-24A9C3096DD4}" destId="{C674BB61-A551-1B4A-8F1A-E2D72418E021}" srcOrd="0" destOrd="0" parTransId="{7D10469A-5AA0-3248-80A0-386B42C433C5}" sibTransId="{29927DD3-F12B-1C4E-BCFC-9053BA505474}"/>
    <dgm:cxn modelId="{229EEA71-AE2F-2C4A-9CD3-33F10DBC3B54}" type="presOf" srcId="{FBB0A594-B434-1247-B589-EE52A5153AA7}" destId="{6AEFBCD8-792B-F04D-8CC2-C490E7432376}" srcOrd="0" destOrd="0" presId="urn:microsoft.com/office/officeart/2024/layout/BulletTimeline"/>
    <dgm:cxn modelId="{762F6F72-489D-E344-B27A-153336F364E7}" srcId="{E9898E34-FCE5-CF48-93A6-24A9C3096DD4}" destId="{A62A7B3B-6A99-FE4B-988F-A009D4F089F2}" srcOrd="3" destOrd="0" parTransId="{33A099FF-E56A-DA4F-B86C-28911431AB15}" sibTransId="{0A928B69-D9D8-BF41-ABC1-54E13722BD79}"/>
    <dgm:cxn modelId="{173F3F74-95F0-9244-A786-768AD80559BF}" type="presOf" srcId="{9A3D7A38-F689-5C42-B582-3AD3161ED21C}" destId="{5D00E27A-8B46-C849-B66A-C1F39AB6F49F}" srcOrd="0" destOrd="0" presId="urn:microsoft.com/office/officeart/2024/layout/BulletTimeline"/>
    <dgm:cxn modelId="{4FA04E74-32C3-DA40-8344-77F6E8355F82}" type="presOf" srcId="{E9898E34-FCE5-CF48-93A6-24A9C3096DD4}" destId="{9C34569B-11F6-7140-A2DB-1C4AD1E6BE11}" srcOrd="0" destOrd="0" presId="urn:microsoft.com/office/officeart/2024/layout/BulletTimeline"/>
    <dgm:cxn modelId="{71DAE07B-737C-D34B-8970-F4E68A65193D}" type="presOf" srcId="{A62A7B3B-6A99-FE4B-988F-A009D4F089F2}" destId="{C6A0C4FE-ACCF-7841-BCB8-CFD9C2E9C71B}" srcOrd="0" destOrd="0" presId="urn:microsoft.com/office/officeart/2024/layout/BulletTimeline"/>
    <dgm:cxn modelId="{4D976189-7C23-9E48-A2B0-4E6B58F5E5F7}" srcId="{E9898E34-FCE5-CF48-93A6-24A9C3096DD4}" destId="{6C412C74-9F4A-634F-AE69-B9D99B194B9D}" srcOrd="5" destOrd="0" parTransId="{22CF71D1-DCED-6F49-836F-077850ADC60D}" sibTransId="{0F93CC7B-7885-A740-936F-F38F1535E018}"/>
    <dgm:cxn modelId="{75DBA590-3DBF-5141-B773-E7303E06B228}" type="presOf" srcId="{1F46ECDB-A898-1C43-860E-572E9DD85214}" destId="{707B7B25-BFC1-1F4D-ABAD-C66192CCC8E9}" srcOrd="0" destOrd="0" presId="urn:microsoft.com/office/officeart/2024/layout/BulletTimeline"/>
    <dgm:cxn modelId="{2F72C190-FF90-7B4F-9834-CE3C7DCDC805}" type="presOf" srcId="{8C2C47A0-D2A5-2542-818E-EFB08F9D7BF9}" destId="{FBD2E70F-E3AB-6B42-A673-05C757F9766A}" srcOrd="0" destOrd="0" presId="urn:microsoft.com/office/officeart/2024/layout/BulletTimeline"/>
    <dgm:cxn modelId="{BF9E9393-1D59-D240-AE6F-6F3F7A90A411}" srcId="{6C412C74-9F4A-634F-AE69-B9D99B194B9D}" destId="{0E22580F-0401-9F4F-9961-51258DFD1B7D}" srcOrd="0" destOrd="0" parTransId="{083837E5-F433-C448-A23D-87C02AE58B49}" sibTransId="{15749E32-34F3-E04C-A1C0-536CB147FE8A}"/>
    <dgm:cxn modelId="{97F8CB97-01AF-FB4B-A4BF-782D11B46F9F}" srcId="{A62A7B3B-6A99-FE4B-988F-A009D4F089F2}" destId="{F6E355BE-9AC2-3946-AE15-18B876B01A06}" srcOrd="0" destOrd="0" parTransId="{36EC0DD7-09B4-0448-ABDB-80B5CA79A0FD}" sibTransId="{3A8745B3-8E56-4340-B867-3E5BF04E92F0}"/>
    <dgm:cxn modelId="{12B0ABCC-0490-3246-9D9C-FF3132F8560D}" srcId="{EC0BA5BF-3F37-FB47-8262-FEE516736984}" destId="{9A3D7A38-F689-5C42-B582-3AD3161ED21C}" srcOrd="0" destOrd="0" parTransId="{3D3C8CB2-0AB9-604F-852C-E3F991A1783A}" sibTransId="{444BB48E-6C1D-0C4F-AAC9-60F7AB5F41D8}"/>
    <dgm:cxn modelId="{E60C3BCF-8B3C-3E41-9F3C-92B17D77BB7D}" type="presOf" srcId="{C674BB61-A551-1B4A-8F1A-E2D72418E021}" destId="{06265DFF-D5C9-B34F-9073-3963EFA6E1B9}" srcOrd="0" destOrd="0" presId="urn:microsoft.com/office/officeart/2024/layout/BulletTimeline"/>
    <dgm:cxn modelId="{742E7CFB-BA79-C345-8D5F-7A0471074C93}" type="presOf" srcId="{EC0BA5BF-3F37-FB47-8262-FEE516736984}" destId="{1E288D83-A6BD-E046-95F6-8211BAE067FA}" srcOrd="0" destOrd="0" presId="urn:microsoft.com/office/officeart/2024/layout/BulletTimeline"/>
    <dgm:cxn modelId="{2F1D9CFB-4B1E-2044-B877-F98F96444AE3}" srcId="{8C2C47A0-D2A5-2542-818E-EFB08F9D7BF9}" destId="{6843D87F-8209-FD4D-BB5B-8B3CE9ACB207}" srcOrd="0" destOrd="0" parTransId="{9AAEBA7C-3428-3842-854C-7C34707D060A}" sibTransId="{1FF7F390-8885-1746-A4B7-4B6AF2D5195E}"/>
    <dgm:cxn modelId="{14ABA1FB-E5C3-0E46-A470-7D124B4B0B54}" type="presOf" srcId="{2F6DFE7F-30BD-094D-BACB-70FA2E845278}" destId="{5D00E27A-8B46-C849-B66A-C1F39AB6F49F}" srcOrd="0" destOrd="1" presId="urn:microsoft.com/office/officeart/2024/layout/BulletTimeline"/>
    <dgm:cxn modelId="{AE732F85-693C-D846-924D-710AE488A0B5}" type="presParOf" srcId="{9C34569B-11F6-7140-A2DB-1C4AD1E6BE11}" destId="{224799D9-59E1-BE45-82D0-D51349FF956E}" srcOrd="0" destOrd="0" presId="urn:microsoft.com/office/officeart/2024/layout/BulletTimeline"/>
    <dgm:cxn modelId="{00AC4852-CFDB-6C47-B8DE-93093763E2E2}" type="presParOf" srcId="{224799D9-59E1-BE45-82D0-D51349FF956E}" destId="{D656E855-ECCD-9449-ABDD-C28D5FEA02BB}" srcOrd="0" destOrd="0" presId="urn:microsoft.com/office/officeart/2024/layout/BulletTimeline"/>
    <dgm:cxn modelId="{AFF58708-40BF-284F-AE11-7A007EAC6974}" type="presParOf" srcId="{224799D9-59E1-BE45-82D0-D51349FF956E}" destId="{B5995A21-6C63-C24C-A62F-C1993334B412}" srcOrd="1" destOrd="0" presId="urn:microsoft.com/office/officeart/2024/layout/BulletTimeline"/>
    <dgm:cxn modelId="{2D46A88E-367E-AF4E-94FD-266FB4F62B9C}" type="presParOf" srcId="{9C34569B-11F6-7140-A2DB-1C4AD1E6BE11}" destId="{8003CCE2-5306-7242-8C1A-0F9778B1F7D0}" srcOrd="1" destOrd="0" presId="urn:microsoft.com/office/officeart/2024/layout/BulletTimeline"/>
    <dgm:cxn modelId="{5B33FDA6-5A31-6A42-81BF-93DE697B3FB7}" type="presParOf" srcId="{8003CCE2-5306-7242-8C1A-0F9778B1F7D0}" destId="{51E86053-6065-BE4F-9FEF-FAA88F39B7F3}" srcOrd="0" destOrd="0" presId="urn:microsoft.com/office/officeart/2024/layout/BulletTimeline"/>
    <dgm:cxn modelId="{E97C0E7D-AF21-CB4F-934F-0E6DCB8EA1C8}" type="presParOf" srcId="{51E86053-6065-BE4F-9FEF-FAA88F39B7F3}" destId="{9860654F-EE8D-B341-8230-60DD3F6873DE}" srcOrd="0" destOrd="0" presId="urn:microsoft.com/office/officeart/2024/layout/BulletTimeline"/>
    <dgm:cxn modelId="{E4739ADC-7A5E-C446-8E39-1354F44ADEAE}" type="presParOf" srcId="{9860654F-EE8D-B341-8230-60DD3F6873DE}" destId="{0D121339-8EFA-9348-8416-7849B2067064}" srcOrd="0" destOrd="0" presId="urn:microsoft.com/office/officeart/2024/layout/BulletTimeline"/>
    <dgm:cxn modelId="{FA5A86EE-6DAE-ED4C-BCAA-F114B7AD2B00}" type="presParOf" srcId="{9860654F-EE8D-B341-8230-60DD3F6873DE}" destId="{D00D1449-100E-B244-ADE7-8DA5A907A786}" srcOrd="1" destOrd="0" presId="urn:microsoft.com/office/officeart/2024/layout/BulletTimeline"/>
    <dgm:cxn modelId="{B0829737-8473-8647-81D2-97A8A3C0E9F1}" type="presParOf" srcId="{51E86053-6065-BE4F-9FEF-FAA88F39B7F3}" destId="{521A609B-4CEE-5643-8078-10177552333B}" srcOrd="1" destOrd="0" presId="urn:microsoft.com/office/officeart/2024/layout/BulletTimeline"/>
    <dgm:cxn modelId="{6BF8266F-9FA8-6041-A8E0-2338FE630F31}" type="presParOf" srcId="{51E86053-6065-BE4F-9FEF-FAA88F39B7F3}" destId="{06265DFF-D5C9-B34F-9073-3963EFA6E1B9}" srcOrd="2" destOrd="0" presId="urn:microsoft.com/office/officeart/2024/layout/BulletTimeline"/>
    <dgm:cxn modelId="{A5B96AF3-92BF-AD4F-857B-F48183920B71}" type="presParOf" srcId="{51E86053-6065-BE4F-9FEF-FAA88F39B7F3}" destId="{6E6AA181-9E8F-744A-A975-7C2FD651890A}" srcOrd="3" destOrd="0" presId="urn:microsoft.com/office/officeart/2024/layout/BulletTimeline"/>
    <dgm:cxn modelId="{3C28F80F-B722-444F-85D3-8BD290F21695}" type="presParOf" srcId="{51E86053-6065-BE4F-9FEF-FAA88F39B7F3}" destId="{E5426654-A9C9-D94A-BE42-D3DE5C3329D3}" srcOrd="4" destOrd="0" presId="urn:microsoft.com/office/officeart/2024/layout/BulletTimeline"/>
    <dgm:cxn modelId="{FE766CFF-5AE4-CE46-A53E-095548E7C2D2}" type="presParOf" srcId="{E5426654-A9C9-D94A-BE42-D3DE5C3329D3}" destId="{04893214-CC53-494B-83AC-AE783F4A95F7}" srcOrd="0" destOrd="0" presId="urn:microsoft.com/office/officeart/2024/layout/BulletTimeline"/>
    <dgm:cxn modelId="{2ADAE735-51A6-504C-B5DB-E50316EDFFE9}" type="presParOf" srcId="{51E86053-6065-BE4F-9FEF-FAA88F39B7F3}" destId="{043FD911-4F4C-9244-806C-5E203F5254FA}" srcOrd="5" destOrd="0" presId="urn:microsoft.com/office/officeart/2024/layout/BulletTimeline"/>
    <dgm:cxn modelId="{FD9A5913-4557-1245-9472-9A98BDED7226}" type="presParOf" srcId="{8003CCE2-5306-7242-8C1A-0F9778B1F7D0}" destId="{0887273E-8D30-334D-926C-E29D8BF2FAF8}" srcOrd="1" destOrd="0" presId="urn:microsoft.com/office/officeart/2024/layout/BulletTimeline"/>
    <dgm:cxn modelId="{F9EB2939-7B40-3E45-BADC-482D8F8B92F9}" type="presParOf" srcId="{8003CCE2-5306-7242-8C1A-0F9778B1F7D0}" destId="{67DF744A-1006-544B-8146-DC8C55279729}" srcOrd="2" destOrd="0" presId="urn:microsoft.com/office/officeart/2024/layout/BulletTimeline"/>
    <dgm:cxn modelId="{F05BD522-EC30-1D4B-A8A7-E45FBA2C9963}" type="presParOf" srcId="{67DF744A-1006-544B-8146-DC8C55279729}" destId="{2811A39A-9711-8B47-8016-548EE0DE5348}" srcOrd="0" destOrd="0" presId="urn:microsoft.com/office/officeart/2024/layout/BulletTimeline"/>
    <dgm:cxn modelId="{D8D8AF68-82CD-FB46-9568-6D6A8AAB7B0D}" type="presParOf" srcId="{2811A39A-9711-8B47-8016-548EE0DE5348}" destId="{79F1D0EF-AB3B-6B48-8D1B-FCFB992799B0}" srcOrd="0" destOrd="0" presId="urn:microsoft.com/office/officeart/2024/layout/BulletTimeline"/>
    <dgm:cxn modelId="{A7D89DF3-C33D-2346-897C-DBC83D68B452}" type="presParOf" srcId="{2811A39A-9711-8B47-8016-548EE0DE5348}" destId="{84D443C4-092A-BC4D-BB9D-785E73BF47B2}" srcOrd="1" destOrd="0" presId="urn:microsoft.com/office/officeart/2024/layout/BulletTimeline"/>
    <dgm:cxn modelId="{D3CB40C2-A6DE-7346-A40E-8D195D632900}" type="presParOf" srcId="{67DF744A-1006-544B-8146-DC8C55279729}" destId="{707B7B25-BFC1-1F4D-ABAD-C66192CCC8E9}" srcOrd="1" destOrd="0" presId="urn:microsoft.com/office/officeart/2024/layout/BulletTimeline"/>
    <dgm:cxn modelId="{B07BF96B-8876-144E-9BFF-55A7CC41E27F}" type="presParOf" srcId="{67DF744A-1006-544B-8146-DC8C55279729}" destId="{EE4EF44E-84D6-934E-8E6D-E8CB4648E6FA}" srcOrd="2" destOrd="0" presId="urn:microsoft.com/office/officeart/2024/layout/BulletTimeline"/>
    <dgm:cxn modelId="{F9BB5C5B-E482-CF4D-AED6-5FBE0801A140}" type="presParOf" srcId="{67DF744A-1006-544B-8146-DC8C55279729}" destId="{6983F104-F537-E74F-B3DA-9364941874A7}" srcOrd="3" destOrd="0" presId="urn:microsoft.com/office/officeart/2024/layout/BulletTimeline"/>
    <dgm:cxn modelId="{5FB2F516-C3DB-5047-BB64-EC3867E4ECF7}" type="presParOf" srcId="{67DF744A-1006-544B-8146-DC8C55279729}" destId="{C8D646AF-0807-A641-8303-E2314AF5B6D3}" srcOrd="4" destOrd="0" presId="urn:microsoft.com/office/officeart/2024/layout/BulletTimeline"/>
    <dgm:cxn modelId="{BDFB7A2A-9904-1B46-94D4-8047C006219A}" type="presParOf" srcId="{C8D646AF-0807-A641-8303-E2314AF5B6D3}" destId="{7B4F02EE-23A5-B041-A40D-1984D20E12BD}" srcOrd="0" destOrd="0" presId="urn:microsoft.com/office/officeart/2024/layout/BulletTimeline"/>
    <dgm:cxn modelId="{6C2F024E-AED5-E140-ADDC-8A95185FFC3D}" type="presParOf" srcId="{67DF744A-1006-544B-8146-DC8C55279729}" destId="{6EC15EEF-93CC-C543-BDBF-44E1A69A2AAB}" srcOrd="5" destOrd="0" presId="urn:microsoft.com/office/officeart/2024/layout/BulletTimeline"/>
    <dgm:cxn modelId="{6B92BF05-D33B-3F4E-A32C-09BE7A295C92}" type="presParOf" srcId="{8003CCE2-5306-7242-8C1A-0F9778B1F7D0}" destId="{ECFC460C-BC66-7544-AF5B-7B22D8E23A8E}" srcOrd="3" destOrd="0" presId="urn:microsoft.com/office/officeart/2024/layout/BulletTimeline"/>
    <dgm:cxn modelId="{411E8558-8A4A-C240-89D9-5D637C716878}" type="presParOf" srcId="{8003CCE2-5306-7242-8C1A-0F9778B1F7D0}" destId="{177050D1-B8F8-484F-A17D-3AB27AEE836E}" srcOrd="4" destOrd="0" presId="urn:microsoft.com/office/officeart/2024/layout/BulletTimeline"/>
    <dgm:cxn modelId="{A4CFB00C-DE0C-E84B-8895-69135D66EF97}" type="presParOf" srcId="{177050D1-B8F8-484F-A17D-3AB27AEE836E}" destId="{849770A9-AF30-9D44-A8E3-4077E5C8ECA7}" srcOrd="0" destOrd="0" presId="urn:microsoft.com/office/officeart/2024/layout/BulletTimeline"/>
    <dgm:cxn modelId="{235EBE02-5773-7A4F-856C-80790A58D887}" type="presParOf" srcId="{849770A9-AF30-9D44-A8E3-4077E5C8ECA7}" destId="{B67B6EA7-34C1-AB43-A8E1-DABA9422B4E0}" srcOrd="0" destOrd="0" presId="urn:microsoft.com/office/officeart/2024/layout/BulletTimeline"/>
    <dgm:cxn modelId="{8208D78E-C154-3E4A-9EFE-87AD9749C68E}" type="presParOf" srcId="{849770A9-AF30-9D44-A8E3-4077E5C8ECA7}" destId="{E5E59D70-2260-314A-819D-ACAFD6CA5F5F}" srcOrd="1" destOrd="0" presId="urn:microsoft.com/office/officeart/2024/layout/BulletTimeline"/>
    <dgm:cxn modelId="{D990F428-3270-294B-96B7-91CD05DF754B}" type="presParOf" srcId="{177050D1-B8F8-484F-A17D-3AB27AEE836E}" destId="{5D00E27A-8B46-C849-B66A-C1F39AB6F49F}" srcOrd="1" destOrd="0" presId="urn:microsoft.com/office/officeart/2024/layout/BulletTimeline"/>
    <dgm:cxn modelId="{2177C2A0-0B48-4C4B-A59B-CD31C434A119}" type="presParOf" srcId="{177050D1-B8F8-484F-A17D-3AB27AEE836E}" destId="{1E288D83-A6BD-E046-95F6-8211BAE067FA}" srcOrd="2" destOrd="0" presId="urn:microsoft.com/office/officeart/2024/layout/BulletTimeline"/>
    <dgm:cxn modelId="{B6AE3778-66A2-814B-A0F1-69F23F3EB450}" type="presParOf" srcId="{177050D1-B8F8-484F-A17D-3AB27AEE836E}" destId="{F223FEAE-49A6-D54B-AEEA-2D141C45E4EF}" srcOrd="3" destOrd="0" presId="urn:microsoft.com/office/officeart/2024/layout/BulletTimeline"/>
    <dgm:cxn modelId="{8FDDB79D-3B08-5D45-9887-316A61E05679}" type="presParOf" srcId="{177050D1-B8F8-484F-A17D-3AB27AEE836E}" destId="{2E6E5F26-27DB-8B4A-BB06-0D9B8912D0CA}" srcOrd="4" destOrd="0" presId="urn:microsoft.com/office/officeart/2024/layout/BulletTimeline"/>
    <dgm:cxn modelId="{63E6E075-09F4-0A48-89DB-69F33E0C2AC3}" type="presParOf" srcId="{2E6E5F26-27DB-8B4A-BB06-0D9B8912D0CA}" destId="{4A216C99-83C2-7041-8964-3A3089378FC1}" srcOrd="0" destOrd="0" presId="urn:microsoft.com/office/officeart/2024/layout/BulletTimeline"/>
    <dgm:cxn modelId="{140D25F8-56F7-2F44-8AFA-3404A3B59297}" type="presParOf" srcId="{177050D1-B8F8-484F-A17D-3AB27AEE836E}" destId="{2CAF3FF9-F9CE-F245-8354-CEE805C09B74}" srcOrd="5" destOrd="0" presId="urn:microsoft.com/office/officeart/2024/layout/BulletTimeline"/>
    <dgm:cxn modelId="{540F5676-0B44-E243-A66D-DA9FD58AD99A}" type="presParOf" srcId="{8003CCE2-5306-7242-8C1A-0F9778B1F7D0}" destId="{43E4F692-DA40-A249-B5F1-F7EF59A6B22D}" srcOrd="5" destOrd="0" presId="urn:microsoft.com/office/officeart/2024/layout/BulletTimeline"/>
    <dgm:cxn modelId="{D09DEB2E-F891-174F-B7C6-58FD8C175892}" type="presParOf" srcId="{8003CCE2-5306-7242-8C1A-0F9778B1F7D0}" destId="{E7A0CC78-488E-AA42-A74A-A2F046C89532}" srcOrd="6" destOrd="0" presId="urn:microsoft.com/office/officeart/2024/layout/BulletTimeline"/>
    <dgm:cxn modelId="{208A332B-667E-5A4B-A83F-3A4465B1CCAD}" type="presParOf" srcId="{E7A0CC78-488E-AA42-A74A-A2F046C89532}" destId="{2D791E66-C6A7-9C47-A6B5-5D23ABFA264B}" srcOrd="0" destOrd="0" presId="urn:microsoft.com/office/officeart/2024/layout/BulletTimeline"/>
    <dgm:cxn modelId="{0FE444FB-316D-194F-B621-AA177726EE28}" type="presParOf" srcId="{2D791E66-C6A7-9C47-A6B5-5D23ABFA264B}" destId="{C615A40C-157A-1645-92EA-39CD7290E9DA}" srcOrd="0" destOrd="0" presId="urn:microsoft.com/office/officeart/2024/layout/BulletTimeline"/>
    <dgm:cxn modelId="{00539BEF-8A8A-6D44-9F1C-E8F2E1C92864}" type="presParOf" srcId="{2D791E66-C6A7-9C47-A6B5-5D23ABFA264B}" destId="{99781D5D-B902-CE4B-955D-93B84935FB3F}" srcOrd="1" destOrd="0" presId="urn:microsoft.com/office/officeart/2024/layout/BulletTimeline"/>
    <dgm:cxn modelId="{2B797324-6169-3F40-977C-0463C1978E1B}" type="presParOf" srcId="{E7A0CC78-488E-AA42-A74A-A2F046C89532}" destId="{90A9448B-80D3-874E-92A1-1D710BBF2B2F}" srcOrd="1" destOrd="0" presId="urn:microsoft.com/office/officeart/2024/layout/BulletTimeline"/>
    <dgm:cxn modelId="{B830129C-E34B-EF4A-B958-1C4DD582DB1A}" type="presParOf" srcId="{E7A0CC78-488E-AA42-A74A-A2F046C89532}" destId="{C6A0C4FE-ACCF-7841-BCB8-CFD9C2E9C71B}" srcOrd="2" destOrd="0" presId="urn:microsoft.com/office/officeart/2024/layout/BulletTimeline"/>
    <dgm:cxn modelId="{63354B49-2018-0848-B76B-D952832E4188}" type="presParOf" srcId="{E7A0CC78-488E-AA42-A74A-A2F046C89532}" destId="{A22BFC0C-E967-654B-9705-4F3C7188C92C}" srcOrd="3" destOrd="0" presId="urn:microsoft.com/office/officeart/2024/layout/BulletTimeline"/>
    <dgm:cxn modelId="{F1838DF8-D654-CE49-8F75-CBA79CE05C3B}" type="presParOf" srcId="{E7A0CC78-488E-AA42-A74A-A2F046C89532}" destId="{065405B0-3B13-E344-AEF2-5A4FB66CC1EF}" srcOrd="4" destOrd="0" presId="urn:microsoft.com/office/officeart/2024/layout/BulletTimeline"/>
    <dgm:cxn modelId="{E73BC16A-C126-0341-B22A-B5339C26B0A8}" type="presParOf" srcId="{065405B0-3B13-E344-AEF2-5A4FB66CC1EF}" destId="{C1B25E1B-8F6F-A447-96F1-B161180E73F7}" srcOrd="0" destOrd="0" presId="urn:microsoft.com/office/officeart/2024/layout/BulletTimeline"/>
    <dgm:cxn modelId="{B05F22BA-11C2-A24A-BDB2-5C0A84FF7AE8}" type="presParOf" srcId="{E7A0CC78-488E-AA42-A74A-A2F046C89532}" destId="{B88F3FD9-D060-F04F-ADCC-F9F2EFAAC517}" srcOrd="5" destOrd="0" presId="urn:microsoft.com/office/officeart/2024/layout/BulletTimeline"/>
    <dgm:cxn modelId="{E7C366C4-A5E7-434A-9716-12294A84568C}" type="presParOf" srcId="{8003CCE2-5306-7242-8C1A-0F9778B1F7D0}" destId="{4CB88643-FA33-D342-9B5B-C845A0DBC13C}" srcOrd="7" destOrd="0" presId="urn:microsoft.com/office/officeart/2024/layout/BulletTimeline"/>
    <dgm:cxn modelId="{A2EA142C-950B-6A41-9234-FAD523645F39}" type="presParOf" srcId="{8003CCE2-5306-7242-8C1A-0F9778B1F7D0}" destId="{BA3D7F50-7AB3-AF4E-BA8F-57DD7EAC6940}" srcOrd="8" destOrd="0" presId="urn:microsoft.com/office/officeart/2024/layout/BulletTimeline"/>
    <dgm:cxn modelId="{7DE3C4CD-BA03-5248-8117-A7979453266E}" type="presParOf" srcId="{BA3D7F50-7AB3-AF4E-BA8F-57DD7EAC6940}" destId="{4FFFFD06-2C1F-894A-8BBE-C96867EE9CC7}" srcOrd="0" destOrd="0" presId="urn:microsoft.com/office/officeart/2024/layout/BulletTimeline"/>
    <dgm:cxn modelId="{66F1376B-A798-B445-859F-DE52C252940C}" type="presParOf" srcId="{4FFFFD06-2C1F-894A-8BBE-C96867EE9CC7}" destId="{DE1A2BAF-F5FB-B244-B90C-E2BE783247D2}" srcOrd="0" destOrd="0" presId="urn:microsoft.com/office/officeart/2024/layout/BulletTimeline"/>
    <dgm:cxn modelId="{18E88C5D-C0CC-1E4C-AF26-8625F822A0A4}" type="presParOf" srcId="{4FFFFD06-2C1F-894A-8BBE-C96867EE9CC7}" destId="{9F234FE7-3D10-7242-8C28-13AD1A330459}" srcOrd="1" destOrd="0" presId="urn:microsoft.com/office/officeart/2024/layout/BulletTimeline"/>
    <dgm:cxn modelId="{0A053DEA-7962-BD45-888C-33C936484249}" type="presParOf" srcId="{BA3D7F50-7AB3-AF4E-BA8F-57DD7EAC6940}" destId="{70F574A6-6995-C24F-BBE5-0157418D0C59}" srcOrd="1" destOrd="0" presId="urn:microsoft.com/office/officeart/2024/layout/BulletTimeline"/>
    <dgm:cxn modelId="{74D45343-620E-8249-B7C4-473640A4EB24}" type="presParOf" srcId="{BA3D7F50-7AB3-AF4E-BA8F-57DD7EAC6940}" destId="{FBD2E70F-E3AB-6B42-A673-05C757F9766A}" srcOrd="2" destOrd="0" presId="urn:microsoft.com/office/officeart/2024/layout/BulletTimeline"/>
    <dgm:cxn modelId="{0A2A5EFF-0453-A141-BD23-A3FE64CF5E5A}" type="presParOf" srcId="{BA3D7F50-7AB3-AF4E-BA8F-57DD7EAC6940}" destId="{30562ADC-D339-894D-B6BE-0CF4E40D4601}" srcOrd="3" destOrd="0" presId="urn:microsoft.com/office/officeart/2024/layout/BulletTimeline"/>
    <dgm:cxn modelId="{A87F2940-8F2D-5540-837C-D0881A41D6D8}" type="presParOf" srcId="{BA3D7F50-7AB3-AF4E-BA8F-57DD7EAC6940}" destId="{5A3C464F-85FE-A54D-9C1C-9E1527DAC4C7}" srcOrd="4" destOrd="0" presId="urn:microsoft.com/office/officeart/2024/layout/BulletTimeline"/>
    <dgm:cxn modelId="{BC612406-0FF0-D642-8231-2CCA78F53623}" type="presParOf" srcId="{5A3C464F-85FE-A54D-9C1C-9E1527DAC4C7}" destId="{36A1059B-6E7C-7F46-B214-0493CFC29832}" srcOrd="0" destOrd="0" presId="urn:microsoft.com/office/officeart/2024/layout/BulletTimeline"/>
    <dgm:cxn modelId="{1AB278AC-E748-614B-BFF8-44BD2519ADFB}" type="presParOf" srcId="{BA3D7F50-7AB3-AF4E-BA8F-57DD7EAC6940}" destId="{7BA69659-4960-4D48-85B1-A2A718D6FD79}" srcOrd="5" destOrd="0" presId="urn:microsoft.com/office/officeart/2024/layout/BulletTimeline"/>
    <dgm:cxn modelId="{5F72DBDE-3EC7-4644-9D39-D8A9F6E1AE55}" type="presParOf" srcId="{8003CCE2-5306-7242-8C1A-0F9778B1F7D0}" destId="{8E87B973-A6DF-8E4E-8543-5B0FA66E3CF9}" srcOrd="9" destOrd="0" presId="urn:microsoft.com/office/officeart/2024/layout/BulletTimeline"/>
    <dgm:cxn modelId="{521B8A98-7C0F-344E-9B2B-39152D2CEAE3}" type="presParOf" srcId="{8003CCE2-5306-7242-8C1A-0F9778B1F7D0}" destId="{B5DCE59F-F89C-4F46-9283-5F878BB0DBA5}" srcOrd="10" destOrd="0" presId="urn:microsoft.com/office/officeart/2024/layout/BulletTimeline"/>
    <dgm:cxn modelId="{5966AD05-AC09-EA4A-99B6-58814D99BD0A}" type="presParOf" srcId="{B5DCE59F-F89C-4F46-9283-5F878BB0DBA5}" destId="{188C3F66-B41C-2242-B63B-16412237F5B6}" srcOrd="0" destOrd="0" presId="urn:microsoft.com/office/officeart/2024/layout/BulletTimeline"/>
    <dgm:cxn modelId="{A40B8534-72A0-DA46-9364-80595C11A98B}" type="presParOf" srcId="{188C3F66-B41C-2242-B63B-16412237F5B6}" destId="{B014E8DB-E26E-4C4F-87FB-18B8AD0EF72E}" srcOrd="0" destOrd="0" presId="urn:microsoft.com/office/officeart/2024/layout/BulletTimeline"/>
    <dgm:cxn modelId="{A9D1F942-33C0-894B-B446-E2549FD61500}" type="presParOf" srcId="{188C3F66-B41C-2242-B63B-16412237F5B6}" destId="{1D86D260-0A4F-4748-8BB3-B68EB88AF527}" srcOrd="1" destOrd="0" presId="urn:microsoft.com/office/officeart/2024/layout/BulletTimeline"/>
    <dgm:cxn modelId="{84109195-71EF-8B4E-A70D-C950BB3B8171}" type="presParOf" srcId="{B5DCE59F-F89C-4F46-9283-5F878BB0DBA5}" destId="{BF96F009-EDD1-4E4E-8305-D8DF4F055372}" srcOrd="1" destOrd="0" presId="urn:microsoft.com/office/officeart/2024/layout/BulletTimeline"/>
    <dgm:cxn modelId="{902FCB05-A00F-9648-99EE-3EE562B09632}" type="presParOf" srcId="{B5DCE59F-F89C-4F46-9283-5F878BB0DBA5}" destId="{5431EA44-C220-6042-97A3-D90A3DF9F90C}" srcOrd="2" destOrd="0" presId="urn:microsoft.com/office/officeart/2024/layout/BulletTimeline"/>
    <dgm:cxn modelId="{F87DD227-1A03-6442-93EF-46E193E93244}" type="presParOf" srcId="{B5DCE59F-F89C-4F46-9283-5F878BB0DBA5}" destId="{730E7C27-ADDB-864B-8AEE-93433FA98298}" srcOrd="3" destOrd="0" presId="urn:microsoft.com/office/officeart/2024/layout/BulletTimeline"/>
    <dgm:cxn modelId="{62C712C4-E57B-154E-9E19-36127F402C92}" type="presParOf" srcId="{B5DCE59F-F89C-4F46-9283-5F878BB0DBA5}" destId="{8DFC0785-01D7-7B48-882B-D27F3FDC0669}" srcOrd="4" destOrd="0" presId="urn:microsoft.com/office/officeart/2024/layout/BulletTimeline"/>
    <dgm:cxn modelId="{3E44F7A4-5B5D-6346-8805-BCC8E1302C21}" type="presParOf" srcId="{8DFC0785-01D7-7B48-882B-D27F3FDC0669}" destId="{F1676299-3BF8-A74F-A47E-FE69D8BE7E0F}" srcOrd="0" destOrd="0" presId="urn:microsoft.com/office/officeart/2024/layout/BulletTimeline"/>
    <dgm:cxn modelId="{760890E5-A263-744F-98DE-397AEA1E7450}" type="presParOf" srcId="{B5DCE59F-F89C-4F46-9283-5F878BB0DBA5}" destId="{0035B5E4-3105-894F-98D3-C9898BE2EA8C}" srcOrd="5" destOrd="0" presId="urn:microsoft.com/office/officeart/2024/layout/BulletTimeline"/>
    <dgm:cxn modelId="{D933E873-D1E3-A54E-B097-F571AE3884AA}" type="presParOf" srcId="{8003CCE2-5306-7242-8C1A-0F9778B1F7D0}" destId="{A85672FF-DBB5-0C4E-ADAE-3E70E1615681}" srcOrd="11" destOrd="0" presId="urn:microsoft.com/office/officeart/2024/layout/BulletTimeline"/>
    <dgm:cxn modelId="{200D6910-677C-F94D-8BA0-F655EDBC8C5C}" type="presParOf" srcId="{8003CCE2-5306-7242-8C1A-0F9778B1F7D0}" destId="{5F8E9661-2B51-6A48-B96F-179AEE877C47}" srcOrd="12" destOrd="0" presId="urn:microsoft.com/office/officeart/2024/layout/BulletTimeline"/>
    <dgm:cxn modelId="{6CCE11A6-43C8-554E-AE35-10C95CB13598}" type="presParOf" srcId="{5F8E9661-2B51-6A48-B96F-179AEE877C47}" destId="{38248711-C867-034E-B546-E226F744733B}" srcOrd="0" destOrd="0" presId="urn:microsoft.com/office/officeart/2024/layout/BulletTimeline"/>
    <dgm:cxn modelId="{D8795734-F680-B84B-BB50-B359B1978832}" type="presParOf" srcId="{38248711-C867-034E-B546-E226F744733B}" destId="{097D125C-FA43-9C4F-9CEA-3620AF82B766}" srcOrd="0" destOrd="0" presId="urn:microsoft.com/office/officeart/2024/layout/BulletTimeline"/>
    <dgm:cxn modelId="{6EDE7B45-F451-1847-8697-373DEC34F806}" type="presParOf" srcId="{38248711-C867-034E-B546-E226F744733B}" destId="{CF31AEDB-24F7-2A47-A1D3-961F7C4FC609}" srcOrd="1" destOrd="0" presId="urn:microsoft.com/office/officeart/2024/layout/BulletTimeline"/>
    <dgm:cxn modelId="{4A2FBEAC-1D57-7E42-B33C-AC41AA971406}" type="presParOf" srcId="{5F8E9661-2B51-6A48-B96F-179AEE877C47}" destId="{6AEFBCD8-792B-F04D-8CC2-C490E7432376}" srcOrd="1" destOrd="0" presId="urn:microsoft.com/office/officeart/2024/layout/BulletTimeline"/>
    <dgm:cxn modelId="{ECF4610A-8FD0-714A-A1C0-F918AFB1BA14}" type="presParOf" srcId="{5F8E9661-2B51-6A48-B96F-179AEE877C47}" destId="{3DA767B2-003D-5440-B442-9487A641989B}" srcOrd="2" destOrd="0" presId="urn:microsoft.com/office/officeart/2024/layout/BulletTimeline"/>
    <dgm:cxn modelId="{615B0E87-23B7-984B-80EE-CF6030866C38}" type="presParOf" srcId="{5F8E9661-2B51-6A48-B96F-179AEE877C47}" destId="{06BDBEA3-9C2E-3045-B24C-DE2521C572B1}" srcOrd="3" destOrd="0" presId="urn:microsoft.com/office/officeart/2024/layout/BulletTimeline"/>
    <dgm:cxn modelId="{51412754-2BC5-4A44-AEEE-0D80DAAC4303}" type="presParOf" srcId="{5F8E9661-2B51-6A48-B96F-179AEE877C47}" destId="{B49A0914-2E9F-5C45-89C9-45542816E044}" srcOrd="4" destOrd="0" presId="urn:microsoft.com/office/officeart/2024/layout/BulletTimeline"/>
    <dgm:cxn modelId="{5EF63B09-220E-8B4B-AA6C-F2CB77CE12CB}" type="presParOf" srcId="{B49A0914-2E9F-5C45-89C9-45542816E044}" destId="{327DB1B8-999C-E74E-BAFD-5E093745C6A7}" srcOrd="0" destOrd="0" presId="urn:microsoft.com/office/officeart/2024/layout/BulletTimeline"/>
    <dgm:cxn modelId="{CA93A3EC-58C8-004A-9E7B-8C459AB77A85}" type="presParOf" srcId="{5F8E9661-2B51-6A48-B96F-179AEE877C47}" destId="{70CD6B79-743D-BC41-8736-C3F84EEC0250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6E855-ECCD-9449-ABDD-C28D5FEA02BB}">
      <dsp:nvSpPr>
        <dsp:cNvPr id="0" name=""/>
        <dsp:cNvSpPr/>
      </dsp:nvSpPr>
      <dsp:spPr>
        <a:xfrm>
          <a:off x="0" y="5365178"/>
          <a:ext cx="22568422" cy="108387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95A21-6C63-C24C-A62F-C1993334B412}">
      <dsp:nvSpPr>
        <dsp:cNvPr id="0" name=""/>
        <dsp:cNvSpPr/>
      </dsp:nvSpPr>
      <dsp:spPr>
        <a:xfrm>
          <a:off x="22008734" y="4985822"/>
          <a:ext cx="650324" cy="867099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A609B-4CEE-5643-8078-10177552333B}">
      <dsp:nvSpPr>
        <dsp:cNvPr id="0" name=""/>
        <dsp:cNvSpPr/>
      </dsp:nvSpPr>
      <dsp:spPr>
        <a:xfrm>
          <a:off x="1290674" y="2471233"/>
          <a:ext cx="4374090" cy="2514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Drag a .VTT, .PDF, .DOCX file into the Knowledge Engine UI – or POST it to the API.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Optional: Tag it with a Project Code, Organizer, and Attendee List</a:t>
          </a:r>
        </a:p>
      </dsp:txBody>
      <dsp:txXfrm>
        <a:off x="1290674" y="2471233"/>
        <a:ext cx="4374090" cy="2514588"/>
      </dsp:txXfrm>
    </dsp:sp>
    <dsp:sp modelId="{06265DFF-D5C9-B34F-9073-3963EFA6E1B9}">
      <dsp:nvSpPr>
        <dsp:cNvPr id="0" name=""/>
        <dsp:cNvSpPr/>
      </dsp:nvSpPr>
      <dsp:spPr>
        <a:xfrm>
          <a:off x="1290674" y="1170584"/>
          <a:ext cx="4374090" cy="1300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Upload Meeting Transcript</a:t>
          </a:r>
        </a:p>
      </dsp:txBody>
      <dsp:txXfrm>
        <a:off x="1290674" y="1170584"/>
        <a:ext cx="4374090" cy="1300649"/>
      </dsp:txXfrm>
    </dsp:sp>
    <dsp:sp modelId="{6E6AA181-9E8F-744A-A975-7C2FD651890A}">
      <dsp:nvSpPr>
        <dsp:cNvPr id="0" name=""/>
        <dsp:cNvSpPr/>
      </dsp:nvSpPr>
      <dsp:spPr>
        <a:xfrm>
          <a:off x="605003" y="1083874"/>
          <a:ext cx="80667" cy="43354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B7B25-BFC1-1F4D-ABAD-C66192CCC8E9}">
      <dsp:nvSpPr>
        <dsp:cNvPr id="0" name=""/>
        <dsp:cNvSpPr/>
      </dsp:nvSpPr>
      <dsp:spPr>
        <a:xfrm>
          <a:off x="4123056" y="7630475"/>
          <a:ext cx="4374090" cy="2037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Knowledge Engine auto-detects the file type, pulls the full text, and splits it into retrieval friendly chunks.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Attendee names, organizer, and meeting metadata are preserved alongside every chunk.</a:t>
          </a:r>
        </a:p>
      </dsp:txBody>
      <dsp:txXfrm>
        <a:off x="4123056" y="7630475"/>
        <a:ext cx="4374090" cy="2037683"/>
      </dsp:txXfrm>
    </dsp:sp>
    <dsp:sp modelId="{EE4EF44E-84D6-934E-8E6D-E8CB4648E6FA}">
      <dsp:nvSpPr>
        <dsp:cNvPr id="0" name=""/>
        <dsp:cNvSpPr/>
      </dsp:nvSpPr>
      <dsp:spPr>
        <a:xfrm>
          <a:off x="4123056" y="6286471"/>
          <a:ext cx="4374090" cy="134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Text Extracted &amp; Chunked</a:t>
          </a:r>
        </a:p>
      </dsp:txBody>
      <dsp:txXfrm>
        <a:off x="4123056" y="6286471"/>
        <a:ext cx="4374090" cy="1344004"/>
      </dsp:txXfrm>
    </dsp:sp>
    <dsp:sp modelId="{6983F104-F537-E74F-B3DA-9364941874A7}">
      <dsp:nvSpPr>
        <dsp:cNvPr id="0" name=""/>
        <dsp:cNvSpPr/>
      </dsp:nvSpPr>
      <dsp:spPr>
        <a:xfrm>
          <a:off x="3437386" y="5419372"/>
          <a:ext cx="80667" cy="43354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93214-CC53-494B-83AC-AE783F4A95F7}">
      <dsp:nvSpPr>
        <dsp:cNvPr id="0" name=""/>
        <dsp:cNvSpPr/>
      </dsp:nvSpPr>
      <dsp:spPr>
        <a:xfrm>
          <a:off x="435602" y="5209637"/>
          <a:ext cx="419469" cy="4194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F02EE-23A5-B041-A40D-1984D20E12BD}">
      <dsp:nvSpPr>
        <dsp:cNvPr id="0" name=""/>
        <dsp:cNvSpPr/>
      </dsp:nvSpPr>
      <dsp:spPr>
        <a:xfrm>
          <a:off x="3267984" y="5209637"/>
          <a:ext cx="419469" cy="4194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00E27A-8B46-C849-B66A-C1F39AB6F49F}">
      <dsp:nvSpPr>
        <dsp:cNvPr id="0" name=""/>
        <dsp:cNvSpPr/>
      </dsp:nvSpPr>
      <dsp:spPr>
        <a:xfrm>
          <a:off x="6955439" y="2471233"/>
          <a:ext cx="4374090" cy="2514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Each chunk is converted to a vector via Nomic (cloud) or Ollama (local) and stored in pgvector on Neon.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Now it’s permanently searchable by semantic similarity – not just keyword match.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955439" y="2471233"/>
        <a:ext cx="4374090" cy="2514588"/>
      </dsp:txXfrm>
    </dsp:sp>
    <dsp:sp modelId="{1E288D83-A6BD-E046-95F6-8211BAE067FA}">
      <dsp:nvSpPr>
        <dsp:cNvPr id="0" name=""/>
        <dsp:cNvSpPr/>
      </dsp:nvSpPr>
      <dsp:spPr>
        <a:xfrm>
          <a:off x="6955439" y="1170584"/>
          <a:ext cx="4374090" cy="1300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Chunks Embedded &amp; Indexed</a:t>
          </a:r>
        </a:p>
      </dsp:txBody>
      <dsp:txXfrm>
        <a:off x="6955439" y="1170584"/>
        <a:ext cx="4374090" cy="1300649"/>
      </dsp:txXfrm>
    </dsp:sp>
    <dsp:sp modelId="{F223FEAE-49A6-D54B-AEEA-2D141C45E4EF}">
      <dsp:nvSpPr>
        <dsp:cNvPr id="0" name=""/>
        <dsp:cNvSpPr/>
      </dsp:nvSpPr>
      <dsp:spPr>
        <a:xfrm>
          <a:off x="6269768" y="1083874"/>
          <a:ext cx="80667" cy="43354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A9448B-80D3-874E-92A1-1D710BBF2B2F}">
      <dsp:nvSpPr>
        <dsp:cNvPr id="0" name=""/>
        <dsp:cNvSpPr/>
      </dsp:nvSpPr>
      <dsp:spPr>
        <a:xfrm>
          <a:off x="9787821" y="7630475"/>
          <a:ext cx="4374090" cy="2037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RAG pipeline retrieves the most relevant chunks and prompts the LLM (watsonx.ai) to produce a structured summary</a:t>
          </a:r>
        </a:p>
      </dsp:txBody>
      <dsp:txXfrm>
        <a:off x="9787821" y="7630475"/>
        <a:ext cx="4374090" cy="2037683"/>
      </dsp:txXfrm>
    </dsp:sp>
    <dsp:sp modelId="{C6A0C4FE-ACCF-7841-BCB8-CFD9C2E9C71B}">
      <dsp:nvSpPr>
        <dsp:cNvPr id="0" name=""/>
        <dsp:cNvSpPr/>
      </dsp:nvSpPr>
      <dsp:spPr>
        <a:xfrm>
          <a:off x="9787821" y="6286471"/>
          <a:ext cx="4374090" cy="134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AI Summarizes the Meeting</a:t>
          </a:r>
        </a:p>
      </dsp:txBody>
      <dsp:txXfrm>
        <a:off x="9787821" y="6286471"/>
        <a:ext cx="4374090" cy="1344004"/>
      </dsp:txXfrm>
    </dsp:sp>
    <dsp:sp modelId="{A22BFC0C-E967-654B-9705-4F3C7188C92C}">
      <dsp:nvSpPr>
        <dsp:cNvPr id="0" name=""/>
        <dsp:cNvSpPr/>
      </dsp:nvSpPr>
      <dsp:spPr>
        <a:xfrm>
          <a:off x="9102150" y="5419372"/>
          <a:ext cx="80667" cy="43354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216C99-83C2-7041-8964-3A3089378FC1}">
      <dsp:nvSpPr>
        <dsp:cNvPr id="0" name=""/>
        <dsp:cNvSpPr/>
      </dsp:nvSpPr>
      <dsp:spPr>
        <a:xfrm>
          <a:off x="6100367" y="5209637"/>
          <a:ext cx="419469" cy="4194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25E1B-8F6F-A447-96F1-B161180E73F7}">
      <dsp:nvSpPr>
        <dsp:cNvPr id="0" name=""/>
        <dsp:cNvSpPr/>
      </dsp:nvSpPr>
      <dsp:spPr>
        <a:xfrm>
          <a:off x="8932749" y="5209637"/>
          <a:ext cx="419469" cy="4194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574A6-6995-C24F-BBE5-0157418D0C59}">
      <dsp:nvSpPr>
        <dsp:cNvPr id="0" name=""/>
        <dsp:cNvSpPr/>
      </dsp:nvSpPr>
      <dsp:spPr>
        <a:xfrm>
          <a:off x="12620203" y="2471233"/>
          <a:ext cx="4374090" cy="2514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pusher.py writes a complete time_entries row from the summary metadata – no manual logging required.</a:t>
          </a:r>
        </a:p>
      </dsp:txBody>
      <dsp:txXfrm>
        <a:off x="12620203" y="2471233"/>
        <a:ext cx="4374090" cy="2514588"/>
      </dsp:txXfrm>
    </dsp:sp>
    <dsp:sp modelId="{FBD2E70F-E3AB-6B42-A673-05C757F9766A}">
      <dsp:nvSpPr>
        <dsp:cNvPr id="0" name=""/>
        <dsp:cNvSpPr/>
      </dsp:nvSpPr>
      <dsp:spPr>
        <a:xfrm>
          <a:off x="12620203" y="1170584"/>
          <a:ext cx="4374090" cy="1300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A Time Entry is Automatically Created</a:t>
          </a:r>
        </a:p>
      </dsp:txBody>
      <dsp:txXfrm>
        <a:off x="12620203" y="1170584"/>
        <a:ext cx="4374090" cy="1300649"/>
      </dsp:txXfrm>
    </dsp:sp>
    <dsp:sp modelId="{30562ADC-D339-894D-B6BE-0CF4E40D4601}">
      <dsp:nvSpPr>
        <dsp:cNvPr id="0" name=""/>
        <dsp:cNvSpPr/>
      </dsp:nvSpPr>
      <dsp:spPr>
        <a:xfrm>
          <a:off x="11934533" y="1083874"/>
          <a:ext cx="80667" cy="43354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6F009-EDD1-4E4E-8305-D8DF4F055372}">
      <dsp:nvSpPr>
        <dsp:cNvPr id="0" name=""/>
        <dsp:cNvSpPr/>
      </dsp:nvSpPr>
      <dsp:spPr>
        <a:xfrm>
          <a:off x="15452586" y="7630475"/>
          <a:ext cx="4374090" cy="2037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meeting shows up in the Time Tracker dashboard, entries table, and all reports – editable, filterable, and exportable to CSV alongside any manual or imported entries</a:t>
          </a:r>
        </a:p>
      </dsp:txBody>
      <dsp:txXfrm>
        <a:off x="15452586" y="7630475"/>
        <a:ext cx="4374090" cy="2037683"/>
      </dsp:txXfrm>
    </dsp:sp>
    <dsp:sp modelId="{5431EA44-C220-6042-97A3-D90A3DF9F90C}">
      <dsp:nvSpPr>
        <dsp:cNvPr id="0" name=""/>
        <dsp:cNvSpPr/>
      </dsp:nvSpPr>
      <dsp:spPr>
        <a:xfrm>
          <a:off x="15452586" y="6286471"/>
          <a:ext cx="4374090" cy="134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Entry Appears in Your Dashboard</a:t>
          </a:r>
        </a:p>
      </dsp:txBody>
      <dsp:txXfrm>
        <a:off x="15452586" y="6286471"/>
        <a:ext cx="4374090" cy="1344004"/>
      </dsp:txXfrm>
    </dsp:sp>
    <dsp:sp modelId="{730E7C27-ADDB-864B-8AEE-93433FA98298}">
      <dsp:nvSpPr>
        <dsp:cNvPr id="0" name=""/>
        <dsp:cNvSpPr/>
      </dsp:nvSpPr>
      <dsp:spPr>
        <a:xfrm>
          <a:off x="14766915" y="5419372"/>
          <a:ext cx="80667" cy="43354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1059B-6E7C-7F46-B214-0493CFC29832}">
      <dsp:nvSpPr>
        <dsp:cNvPr id="0" name=""/>
        <dsp:cNvSpPr/>
      </dsp:nvSpPr>
      <dsp:spPr>
        <a:xfrm>
          <a:off x="11765132" y="5209637"/>
          <a:ext cx="419469" cy="4194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76299-3BF8-A74F-A47E-FE69D8BE7E0F}">
      <dsp:nvSpPr>
        <dsp:cNvPr id="0" name=""/>
        <dsp:cNvSpPr/>
      </dsp:nvSpPr>
      <dsp:spPr>
        <a:xfrm>
          <a:off x="14597514" y="5209637"/>
          <a:ext cx="419469" cy="4194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FBCD8-792B-F04D-8CC2-C490E7432376}">
      <dsp:nvSpPr>
        <dsp:cNvPr id="0" name=""/>
        <dsp:cNvSpPr/>
      </dsp:nvSpPr>
      <dsp:spPr>
        <a:xfrm>
          <a:off x="18284968" y="2471233"/>
          <a:ext cx="4374090" cy="2514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ttt.py retrieves the entry as structured context for any future Knowledge Engine Chat.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Ask questions like: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“How much time did we spend on the Honda Observability PoC last month”</a:t>
          </a:r>
        </a:p>
      </dsp:txBody>
      <dsp:txXfrm>
        <a:off x="18284968" y="2471233"/>
        <a:ext cx="4374090" cy="2514588"/>
      </dsp:txXfrm>
    </dsp:sp>
    <dsp:sp modelId="{3DA767B2-003D-5440-B442-9487A641989B}">
      <dsp:nvSpPr>
        <dsp:cNvPr id="0" name=""/>
        <dsp:cNvSpPr/>
      </dsp:nvSpPr>
      <dsp:spPr>
        <a:xfrm>
          <a:off x="18284968" y="1170584"/>
          <a:ext cx="4374090" cy="1300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Ask About It Later – Get a Grounded Answer</a:t>
          </a:r>
        </a:p>
      </dsp:txBody>
      <dsp:txXfrm>
        <a:off x="18284968" y="1170584"/>
        <a:ext cx="4374090" cy="1300649"/>
      </dsp:txXfrm>
    </dsp:sp>
    <dsp:sp modelId="{06BDBEA3-9C2E-3045-B24C-DE2521C572B1}">
      <dsp:nvSpPr>
        <dsp:cNvPr id="0" name=""/>
        <dsp:cNvSpPr/>
      </dsp:nvSpPr>
      <dsp:spPr>
        <a:xfrm>
          <a:off x="17599297" y="1083874"/>
          <a:ext cx="80667" cy="43354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DB1B8-999C-E74E-BAFD-5E093745C6A7}">
      <dsp:nvSpPr>
        <dsp:cNvPr id="0" name=""/>
        <dsp:cNvSpPr/>
      </dsp:nvSpPr>
      <dsp:spPr>
        <a:xfrm>
          <a:off x="17429896" y="5209637"/>
          <a:ext cx="419469" cy="4194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1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2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2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3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3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4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4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5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5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0" dirty="0">
              <a:solidFill>
                <a:srgbClr val="0F62FE"/>
              </a:solidFill>
              <a:latin typeface="IBM Plex Sans Ligh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15983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3024-E43F-EA2D-42CF-536763CC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8AFD1-97D6-3876-10E7-9670516CE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4D0E3-9E0B-6BAA-8E18-6F247BEF3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B52C0-545A-8B62-D7AD-C7BE8C370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1A6F-E327-AC3F-45FC-B882270EC3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60209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386520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A185-0A3B-A4DD-D4C7-88FAB719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C3736-CAF2-0824-F0A3-FCBDFDECD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D3EF3-F5A8-4908-DF01-7DB4B26E6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28A23-6D3B-14DA-CCD9-B0DE2F728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BD5D7-CA63-164A-BBD8-CFABF4420706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98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32187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65390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2588CB-8963-0C42-84AE-1D9615E150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93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21A9-F6C0-D3B2-7447-CA406E3E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0D2B1-831C-547F-E481-68ACDC744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E97CA-EEA7-10AC-C779-0D53EAB7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862F1-B3AD-B841-B221-E58CA50F3186}" type="datetimeFigureOut">
              <a:rPr lang="en-US" smtClean="0"/>
              <a:t>7/20/26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B829B-D644-3323-938C-99DA6F61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2205B-3078-99B2-564E-2B7DFE6A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6D02-F17D-EC46-AF8B-6C74008C5B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6289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39923" y="1473379"/>
            <a:ext cx="22507330" cy="15145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4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939923" y="805174"/>
            <a:ext cx="22507330" cy="6682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7C9816-C8A3-5B68-A491-37D18BB1799C}"/>
              </a:ext>
            </a:extLst>
          </p:cNvPr>
          <p:cNvSpPr txBox="1"/>
          <p:nvPr userDrawn="1"/>
        </p:nvSpPr>
        <p:spPr>
          <a:xfrm>
            <a:off x="2828260" y="1329069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376" indent="-446660" algn="l" defTabSz="2437912">
              <a:spcBef>
                <a:spcPts val="2900"/>
              </a:spcBef>
              <a:buSzPct val="100000"/>
              <a:buFontTx/>
              <a:buChar char="–"/>
            </a:pPr>
            <a:endParaRPr lang="en-US" sz="1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97759843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 bwMode="auto">
          <a:xfrm>
            <a:off x="5" y="2"/>
            <a:ext cx="24387173" cy="9036424"/>
          </a:xfrm>
          <a:prstGeom prst="rect">
            <a:avLst/>
          </a:prstGeom>
          <a:solidFill>
            <a:srgbClr val="2433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defTabSz="1371446"/>
            <a:endParaRPr lang="en-US" sz="2934" dirty="0">
              <a:latin typeface="Arial" panose="020B060402020202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902342" y="3366788"/>
            <a:ext cx="22680071" cy="3139320"/>
          </a:xfrm>
        </p:spPr>
        <p:txBody>
          <a:bodyPr tIns="34287" bIns="34287" anchor="b" anchorCtr="0">
            <a:noAutofit/>
          </a:bodyPr>
          <a:lstStyle>
            <a:lvl1pPr>
              <a:defRPr sz="800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Title in Title Case</a:t>
            </a:r>
            <a:br>
              <a:rPr lang="en-US" dirty="0"/>
            </a:br>
            <a:r>
              <a:rPr lang="en-US" dirty="0"/>
              <a:t>(Arial 48pt, Bold White)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902342" y="6510189"/>
            <a:ext cx="22680071" cy="861774"/>
          </a:xfrm>
        </p:spPr>
        <p:txBody>
          <a:bodyPr tIns="34287" bIns="34287" anchor="b" anchorCtr="0">
            <a:noAutofit/>
          </a:bodyPr>
          <a:lstStyle>
            <a:lvl1pPr>
              <a:defRPr sz="3734" b="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Subtitle in Title Case (Arial 22pt, White)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4" hasCustomPrompt="1"/>
          </p:nvPr>
        </p:nvSpPr>
        <p:spPr>
          <a:xfrm>
            <a:off x="975504" y="10241301"/>
            <a:ext cx="22680071" cy="923330"/>
          </a:xfrm>
        </p:spPr>
        <p:txBody>
          <a:bodyPr tIns="34287" bIns="34287" anchor="b" anchorCtr="0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of presenter, Title of presenter if needed</a:t>
            </a:r>
            <a:br>
              <a:rPr lang="en-US" dirty="0"/>
            </a:br>
            <a:r>
              <a:rPr lang="en-US" dirty="0"/>
              <a:t>Date in local format</a:t>
            </a:r>
          </a:p>
        </p:txBody>
      </p:sp>
      <p:pic>
        <p:nvPicPr>
          <p:cNvPr id="8" name="Picture 46" descr="blue-tri-color-logo">
            <a:extLst>
              <a:ext uri="{FF2B5EF4-FFF2-40B4-BE49-F238E27FC236}">
                <a16:creationId xmlns:a16="http://schemas.microsoft.com/office/drawing/2014/main" id="{FC2FABAE-BB56-6845-9388-3DEAF69E29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5921" y="12425553"/>
            <a:ext cx="1921256" cy="778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013925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19517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1" y="12166601"/>
            <a:ext cx="4942455" cy="107429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1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3" y="12577764"/>
            <a:ext cx="1538324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11151"/>
            <a:ext cx="10101071" cy="7308850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2285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24387175" cy="12195176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3" y="12577764"/>
            <a:ext cx="1538324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1" y="12166601"/>
            <a:ext cx="4942455" cy="107429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1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11151"/>
            <a:ext cx="10101071" cy="7308850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533409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11151"/>
            <a:ext cx="10101071" cy="10356850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22090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1" y="12479148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3" y="12577764"/>
            <a:ext cx="1538324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11151"/>
            <a:ext cx="10101071" cy="10356850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50943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1" y="571500"/>
            <a:ext cx="11043132" cy="1257866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8" y="12577764"/>
            <a:ext cx="1538324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11151"/>
            <a:ext cx="10101071" cy="10356850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5482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1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1512000"/>
            <a:ext cx="10099675" cy="9147176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8" y="12577764"/>
            <a:ext cx="1538324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1" y="569915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9789619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384049"/>
            <a:ext cx="4942077" cy="4210050"/>
          </a:xfrm>
        </p:spPr>
        <p:txBody>
          <a:bodyPr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4" y="574677"/>
            <a:ext cx="4953001" cy="11617318"/>
          </a:xfrm>
        </p:spPr>
        <p:txBody>
          <a:bodyPr/>
          <a:lstStyle>
            <a:lvl1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4"/>
            <a:ext cx="4941887" cy="11620500"/>
          </a:xfrm>
        </p:spPr>
        <p:txBody>
          <a:bodyPr/>
          <a:lstStyle>
            <a:lvl1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2257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384049"/>
            <a:ext cx="11036491" cy="2663826"/>
          </a:xfrm>
        </p:spPr>
        <p:txBody>
          <a:bodyPr rIns="457200"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07435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309601"/>
            <a:ext cx="17141826" cy="8832850"/>
          </a:xfrm>
        </p:spPr>
        <p:txBody>
          <a:bodyPr/>
          <a:lstStyle>
            <a:lvl1pPr>
              <a:defRPr sz="16796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08477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84049"/>
            <a:ext cx="9909174" cy="4209670"/>
          </a:xfrm>
        </p:spPr>
        <p:txBody>
          <a:bodyPr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9"/>
            <a:ext cx="11042074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1pPr>
            <a:lvl2pPr marL="585098" indent="-585098"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2pPr>
            <a:lvl3pPr marL="1097060" indent="-585098"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3pPr>
            <a:lvl4pPr marL="1755296"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19153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1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2" y="309601"/>
            <a:ext cx="14649449" cy="10356266"/>
          </a:xfrm>
        </p:spPr>
        <p:txBody>
          <a:bodyPr/>
          <a:lstStyle>
            <a:lvl1pPr>
              <a:lnSpc>
                <a:spcPct val="100000"/>
              </a:lnSpc>
              <a:defRPr sz="8398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8549074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2" y="576072"/>
            <a:ext cx="7623174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3"/>
            <a:ext cx="11050589" cy="3353066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194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8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1" y="9628223"/>
            <a:ext cx="11049000" cy="3354294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194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248813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76072"/>
            <a:ext cx="4949824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198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6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4" cy="1906588"/>
          </a:xfrm>
        </p:spPr>
        <p:txBody>
          <a:bodyPr/>
          <a:lstStyle>
            <a:lvl1pPr>
              <a:lnSpc>
                <a:spcPct val="90000"/>
              </a:lnSpc>
              <a:defRPr sz="13198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1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2" y="385201"/>
            <a:ext cx="4949824" cy="1903414"/>
          </a:xfrm>
        </p:spPr>
        <p:txBody>
          <a:bodyPr/>
          <a:lstStyle>
            <a:lvl1pPr>
              <a:lnSpc>
                <a:spcPct val="90000"/>
              </a:lnSpc>
              <a:defRPr sz="13198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2333066"/>
            <a:ext cx="4953001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6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59329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1" y="6594476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1pPr>
            <a:lvl2pPr marL="786226" indent="-786226"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2pPr>
            <a:lvl3pPr marL="1499316" indent="-786226"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3pPr>
            <a:lvl4pPr marL="2285542" indent="-786226"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1" y="309601"/>
            <a:ext cx="4949824" cy="5335586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1" y="309600"/>
            <a:ext cx="11049000" cy="53355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1pPr>
            <a:lvl2pPr marL="786226" indent="-786226"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2pPr>
            <a:lvl3pPr marL="1499316" indent="-786226"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3pPr>
            <a:lvl4pPr marL="2285542" indent="-786226">
              <a:lnSpc>
                <a:spcPct val="100000"/>
              </a:lnSpc>
              <a:spcBef>
                <a:spcPts val="0"/>
              </a:spcBef>
              <a:defRPr sz="83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999" y="6594476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398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160470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76072"/>
            <a:ext cx="4949824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8"/>
          </a:xfrm>
        </p:spPr>
        <p:txBody>
          <a:bodyPr/>
          <a:lstStyle>
            <a:lvl1pPr>
              <a:lnSpc>
                <a:spcPct val="90000"/>
              </a:lnSpc>
              <a:defRPr sz="13198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8"/>
            <a:ext cx="7620000" cy="2859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6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3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198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7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6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3" y="9526647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198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11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20731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576072"/>
            <a:ext cx="4942077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2" y="3048001"/>
            <a:ext cx="4956175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6" y="3048001"/>
            <a:ext cx="4951413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1"/>
            <a:ext cx="4953001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6" y="3048001"/>
            <a:ext cx="4959350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789557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6" y="576072"/>
            <a:ext cx="4956175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6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3" y="3044827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1" y="3044827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3" y="3048001"/>
            <a:ext cx="4956175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6" y="3048001"/>
            <a:ext cx="4951413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8001"/>
            <a:ext cx="4953001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6" y="3048001"/>
            <a:ext cx="4959350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81633696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3"/>
            <a:ext cx="4949824" cy="246875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1" y="576073"/>
            <a:ext cx="4956175" cy="18430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2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1" cy="18430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1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2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3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1" y="570102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499" y="576073"/>
            <a:ext cx="4959350" cy="18430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499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493418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76072"/>
            <a:ext cx="4949824" cy="2097088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2" y="3048001"/>
            <a:ext cx="4942077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1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6" y="3048001"/>
            <a:ext cx="4951413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1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42119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1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9" y="3048001"/>
            <a:ext cx="4941885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4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1" y="570102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636793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384049"/>
            <a:ext cx="4942077" cy="3117978"/>
          </a:xfrm>
        </p:spPr>
        <p:txBody>
          <a:bodyPr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3" y="384049"/>
            <a:ext cx="4951415" cy="220127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4" y="3048001"/>
            <a:ext cx="4951413" cy="9153526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8001"/>
            <a:ext cx="10096500" cy="9153526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54307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1" y="3048000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1" y="3048001"/>
            <a:ext cx="10096500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08344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384049"/>
            <a:ext cx="11036491" cy="4210178"/>
          </a:xfrm>
        </p:spPr>
        <p:txBody>
          <a:bodyPr rIns="457200"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6" y="576070"/>
            <a:ext cx="4949824" cy="1161910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6" y="576070"/>
            <a:ext cx="4941887" cy="1161910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16194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576072"/>
            <a:ext cx="4942077" cy="39959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1" cy="116220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6" y="576000"/>
            <a:ext cx="4941887" cy="116220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1910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384048"/>
            <a:ext cx="11039475" cy="4210176"/>
          </a:xfrm>
        </p:spPr>
        <p:txBody>
          <a:bodyPr rIns="457200"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1" cy="1877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8001"/>
            <a:ext cx="4953001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3"/>
            <a:ext cx="4959350" cy="1877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4" y="3048000"/>
            <a:ext cx="4953001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595549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8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1" cy="1877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8001"/>
            <a:ext cx="4953001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7" y="576073"/>
            <a:ext cx="4942077" cy="1877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4" y="3048001"/>
            <a:ext cx="4953001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687691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384049"/>
            <a:ext cx="4949824" cy="4210178"/>
          </a:xfrm>
        </p:spPr>
        <p:txBody>
          <a:bodyPr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3" y="384048"/>
            <a:ext cx="4956175" cy="311058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6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1" y="576073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1"/>
            <a:ext cx="4953001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5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3048001"/>
            <a:ext cx="4959350" cy="9153526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5" y="12823286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1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021620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4" y="2478024"/>
            <a:ext cx="6670674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1" y="2476500"/>
            <a:ext cx="667511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4" y="6096000"/>
            <a:ext cx="23236427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1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1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1" y="8382000"/>
            <a:ext cx="667511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555771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2" y="576073"/>
            <a:ext cx="4961128" cy="462154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1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6" y="576072"/>
            <a:ext cx="495935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6"/>
            <a:ext cx="4953001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4" y="6670676"/>
            <a:ext cx="4953001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21953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2" y="576073"/>
            <a:ext cx="4961128" cy="462154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1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6" y="576072"/>
            <a:ext cx="495935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6"/>
            <a:ext cx="4953001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4" y="6670676"/>
            <a:ext cx="4953001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1523872"/>
            <a:ext cx="11044240" cy="4572128"/>
          </a:xfrm>
        </p:spPr>
        <p:txBody>
          <a:bodyPr rIns="457200"/>
          <a:lstStyle>
            <a:lvl1pPr>
              <a:lnSpc>
                <a:spcPct val="11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540886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6675883"/>
            <a:ext cx="4949824" cy="551929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2" y="576072"/>
            <a:ext cx="4942077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9592811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9"/>
            <a:ext cx="11036995" cy="4210178"/>
          </a:xfrm>
        </p:spPr>
        <p:txBody>
          <a:bodyPr rIns="457200"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5" y="12823286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6675883"/>
            <a:ext cx="4949824" cy="551929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95058519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4949824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7" y="576070"/>
            <a:ext cx="4956047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1" y="576070"/>
            <a:ext cx="4956047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0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5" y="12823286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7" y="6673850"/>
            <a:ext cx="4956047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1" y="6673850"/>
            <a:ext cx="4956047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57289345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4949824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3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1" y="1524001"/>
            <a:ext cx="4956047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3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1"/>
            <a:ext cx="4953001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2" y="576073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8"/>
            <a:ext cx="4946904" cy="39991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1" y="6096000"/>
            <a:ext cx="177228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1" y="7623594"/>
            <a:ext cx="4956047" cy="399829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1" y="7623594"/>
            <a:ext cx="4956047" cy="399829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2" y="6694631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2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1" y="570102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018810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2" y="384049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7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1" y="573139"/>
            <a:ext cx="0" cy="116220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4" y="576072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4" y="6096000"/>
            <a:ext cx="2322849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6675883"/>
            <a:ext cx="4949824" cy="551929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46506748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3"/>
            <a:ext cx="4949824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4" y="576072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1" y="573139"/>
            <a:ext cx="0" cy="116220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4" y="6096000"/>
            <a:ext cx="2322849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2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6675883"/>
            <a:ext cx="4949824" cy="551929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2" y="6673852"/>
            <a:ext cx="4949824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62726477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5999" y="3041651"/>
            <a:ext cx="4946904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6" y="3041651"/>
            <a:ext cx="4951413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5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000675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2" y="3041651"/>
            <a:ext cx="4956175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1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73516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2" y="3041651"/>
            <a:ext cx="4956175" cy="915352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1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47387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94151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1"/>
            <a:ext cx="23226714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641737714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4"/>
            <a:ext cx="2462403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3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6"/>
            <a:ext cx="2462403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4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6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2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2" y="3044824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2" y="6096000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2" y="9140826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6" y="3044824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6" y="6096000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6" y="9140826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610921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4"/>
            <a:ext cx="4949824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6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452368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3"/>
            <a:ext cx="4949824" cy="1527050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9"/>
            <a:ext cx="5524499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1" y="3044827"/>
            <a:ext cx="4943476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40935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2" y="384048"/>
            <a:ext cx="4956175" cy="28590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4" y="576001"/>
            <a:ext cx="4953001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93822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2" y="384048"/>
            <a:ext cx="4956175" cy="28590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798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1"/>
            <a:ext cx="4953001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499" y="576001"/>
            <a:ext cx="4953001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01615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3"/>
            <a:ext cx="4949824" cy="246875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2" y="12816000"/>
            <a:ext cx="4956175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74014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1" y="576073"/>
            <a:ext cx="4949824" cy="246875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515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973138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2" y="6168461"/>
            <a:ext cx="3456432" cy="13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05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7.xml"/><Relationship Id="rId39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8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8.xml"/><Relationship Id="rId40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6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7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82.xml"/><Relationship Id="rId44" Type="http://schemas.openxmlformats.org/officeDocument/2006/relationships/slideLayout" Target="../slideLayouts/slideLayout95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94.xml"/><Relationship Id="rId48" Type="http://schemas.openxmlformats.org/officeDocument/2006/relationships/slideLayout" Target="../slideLayouts/slideLayout99.xml"/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9.xml"/><Relationship Id="rId46" Type="http://schemas.openxmlformats.org/officeDocument/2006/relationships/slideLayout" Target="../slideLayouts/slideLayout97.xml"/><Relationship Id="rId20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92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  <p:sldLayoutId id="2147484203" r:id="rId49"/>
    <p:sldLayoutId id="2147483979" r:id="rId50"/>
    <p:sldLayoutId id="2147483980" r:id="rId51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3" y="12951715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3" y="576073"/>
            <a:ext cx="22590125" cy="2468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8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2" y="12823286"/>
            <a:ext cx="4956175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353487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06" r:id="rId1"/>
    <p:sldLayoutId id="2147484207" r:id="rId2"/>
    <p:sldLayoutId id="2147484208" r:id="rId3"/>
    <p:sldLayoutId id="2147484209" r:id="rId4"/>
    <p:sldLayoutId id="2147484210" r:id="rId5"/>
    <p:sldLayoutId id="2147484211" r:id="rId6"/>
    <p:sldLayoutId id="2147484212" r:id="rId7"/>
    <p:sldLayoutId id="2147484213" r:id="rId8"/>
    <p:sldLayoutId id="2147484214" r:id="rId9"/>
    <p:sldLayoutId id="2147484215" r:id="rId10"/>
    <p:sldLayoutId id="2147484216" r:id="rId11"/>
    <p:sldLayoutId id="2147484217" r:id="rId12"/>
    <p:sldLayoutId id="2147484218" r:id="rId13"/>
    <p:sldLayoutId id="2147484219" r:id="rId14"/>
    <p:sldLayoutId id="2147484220" r:id="rId15"/>
    <p:sldLayoutId id="2147484221" r:id="rId16"/>
    <p:sldLayoutId id="2147484222" r:id="rId17"/>
    <p:sldLayoutId id="2147484223" r:id="rId18"/>
    <p:sldLayoutId id="2147484224" r:id="rId19"/>
    <p:sldLayoutId id="2147484225" r:id="rId20"/>
    <p:sldLayoutId id="2147484226" r:id="rId21"/>
    <p:sldLayoutId id="2147484227" r:id="rId22"/>
    <p:sldLayoutId id="2147484228" r:id="rId23"/>
    <p:sldLayoutId id="2147484229" r:id="rId24"/>
    <p:sldLayoutId id="2147484230" r:id="rId25"/>
    <p:sldLayoutId id="2147484231" r:id="rId26"/>
    <p:sldLayoutId id="2147484232" r:id="rId27"/>
    <p:sldLayoutId id="2147484233" r:id="rId28"/>
    <p:sldLayoutId id="2147484234" r:id="rId29"/>
    <p:sldLayoutId id="2147484235" r:id="rId30"/>
    <p:sldLayoutId id="2147484236" r:id="rId31"/>
    <p:sldLayoutId id="2147484237" r:id="rId32"/>
    <p:sldLayoutId id="2147484238" r:id="rId33"/>
    <p:sldLayoutId id="2147484239" r:id="rId34"/>
    <p:sldLayoutId id="2147484240" r:id="rId35"/>
    <p:sldLayoutId id="2147484241" r:id="rId36"/>
    <p:sldLayoutId id="2147484242" r:id="rId37"/>
    <p:sldLayoutId id="2147484243" r:id="rId38"/>
    <p:sldLayoutId id="2147484244" r:id="rId39"/>
    <p:sldLayoutId id="2147484245" r:id="rId40"/>
    <p:sldLayoutId id="2147484246" r:id="rId41"/>
    <p:sldLayoutId id="2147484247" r:id="rId42"/>
    <p:sldLayoutId id="2147484248" r:id="rId43"/>
    <p:sldLayoutId id="2147484249" r:id="rId44"/>
    <p:sldLayoutId id="2147484250" r:id="rId45"/>
    <p:sldLayoutId id="2147484251" r:id="rId46"/>
    <p:sldLayoutId id="2147484252" r:id="rId47"/>
    <p:sldLayoutId id="2147484253" r:id="rId48"/>
  </p:sldLayoutIdLst>
  <p:transition spd="med"/>
  <p:hf hdr="0" dt="0"/>
  <p:txStyles>
    <p:titleStyle>
      <a:lvl1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496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4994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488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49986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18" marR="0" indent="-329118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236" marR="0" indent="-329118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354" marR="0" indent="-329118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2772" marR="0" indent="-457108" algn="l" defTabSz="2437912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2692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190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7686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182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22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844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768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690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614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536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460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382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email.address@ibm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emf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emf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D57E85C-23E6-B7A8-448B-71D30040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3" y="311150"/>
            <a:ext cx="10359599" cy="300852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IBM WorkTrace</a:t>
            </a:r>
            <a:br>
              <a:rPr lang="en-US" dirty="0"/>
            </a:br>
            <a:r>
              <a:rPr lang="en-US" sz="1200" dirty="0"/>
              <a:t> </a:t>
            </a:r>
            <a:br>
              <a:rPr lang="en-US" dirty="0"/>
            </a:br>
            <a:r>
              <a:rPr lang="en-US" sz="6000" dirty="0"/>
              <a:t>Intelligent Time Tracking &amp; Team Knowledge </a:t>
            </a:r>
          </a:p>
        </p:txBody>
      </p:sp>
      <p:pic>
        <p:nvPicPr>
          <p:cNvPr id="9" name="Picture 8" descr="Illustration showing intersecting gradient cyan lines terminated with white circles on a light blue background">
            <a:extLst>
              <a:ext uri="{FF2B5EF4-FFF2-40B4-BE49-F238E27FC236}">
                <a16:creationId xmlns:a16="http://schemas.microsoft.com/office/drawing/2014/main" id="{0EE57FCB-11AA-FB88-6042-307E3934BD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02" t="7334" r="1265" b="6734"/>
          <a:stretch/>
        </p:blipFill>
        <p:spPr>
          <a:xfrm>
            <a:off x="12192000" y="0"/>
            <a:ext cx="12195175" cy="12195175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113134E-A360-82D0-0E5B-E4E8DF1D7A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/>
          <a:lstStyle/>
          <a:p>
            <a:r>
              <a:rPr lang="en-US"/>
              <a:t>Akshay Mallireddy</a:t>
            </a:r>
          </a:p>
          <a:p>
            <a:r>
              <a:rPr lang="en-US"/>
              <a:t>Platform Engineering Intern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71E534F-D44C-3278-5F09-53E1C941B3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/>
          <a:lstStyle/>
          <a:p>
            <a:r>
              <a:rPr lang="en-US">
                <a:hlinkClick r:id="rId4"/>
              </a:rPr>
              <a:t>akshay.mallireddy@ibm.com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8F32C3-2510-E5B2-5A11-AA4FCB773C28}"/>
              </a:ext>
            </a:extLst>
          </p:cNvPr>
          <p:cNvSpPr txBox="1"/>
          <p:nvPr/>
        </p:nvSpPr>
        <p:spPr>
          <a:xfrm>
            <a:off x="156555" y="5863671"/>
            <a:ext cx="11611457" cy="2764041"/>
          </a:xfrm>
          <a:prstGeom prst="rect">
            <a:avLst/>
          </a:prstGeom>
          <a:solidFill>
            <a:srgbClr val="E5F6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algn="ctr" defTabSz="2438400">
              <a:spcBef>
                <a:spcPts val="1200"/>
              </a:spcBef>
              <a:buSzPct val="100000"/>
            </a:pPr>
            <a:r>
              <a:rPr lang="en-US" sz="32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AI-Powered Meeting Intelligence + Grounded Knowledge Chat</a:t>
            </a:r>
            <a:endParaRPr lang="en-US" sz="32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98DE7-3EB1-E53E-49B6-294043B66A32}"/>
              </a:ext>
            </a:extLst>
          </p:cNvPr>
          <p:cNvSpPr txBox="1"/>
          <p:nvPr/>
        </p:nvSpPr>
        <p:spPr>
          <a:xfrm>
            <a:off x="1002704" y="10624402"/>
            <a:ext cx="7042245" cy="154219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July 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2026 Update </a:t>
            </a:r>
          </a:p>
        </p:txBody>
      </p:sp>
    </p:spTree>
    <p:extLst>
      <p:ext uri="{BB962C8B-B14F-4D97-AF65-F5344CB8AC3E}">
        <p14:creationId xmlns:p14="http://schemas.microsoft.com/office/powerpoint/2010/main" val="75600946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D1A5-2086-278F-5603-DEC2179A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EAFE64-F46F-4B70-08BF-3E37E36CC48D}"/>
              </a:ext>
            </a:extLst>
          </p:cNvPr>
          <p:cNvSpPr txBox="1"/>
          <p:nvPr/>
        </p:nvSpPr>
        <p:spPr>
          <a:xfrm>
            <a:off x="422031" y="211015"/>
            <a:ext cx="7895493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72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Table of 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BFF32-9E19-45A1-8121-3AD43E88E23F}"/>
              </a:ext>
            </a:extLst>
          </p:cNvPr>
          <p:cNvSpPr/>
          <p:nvPr/>
        </p:nvSpPr>
        <p:spPr bwMode="auto">
          <a:xfrm>
            <a:off x="2224456" y="3411414"/>
            <a:ext cx="1547444" cy="1547444"/>
          </a:xfrm>
          <a:prstGeom prst="rect">
            <a:avLst/>
          </a:prstGeom>
          <a:solidFill>
            <a:schemeClr val="bg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05CD03-42FD-B7E6-7AC7-D946E537D18A}"/>
              </a:ext>
            </a:extLst>
          </p:cNvPr>
          <p:cNvSpPr/>
          <p:nvPr/>
        </p:nvSpPr>
        <p:spPr bwMode="auto">
          <a:xfrm>
            <a:off x="10048266" y="3411414"/>
            <a:ext cx="1547444" cy="1547444"/>
          </a:xfrm>
          <a:prstGeom prst="rect">
            <a:avLst/>
          </a:prstGeom>
          <a:solidFill>
            <a:schemeClr val="bg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584720-712B-EE47-FD5B-D572E101BD19}"/>
              </a:ext>
            </a:extLst>
          </p:cNvPr>
          <p:cNvSpPr/>
          <p:nvPr/>
        </p:nvSpPr>
        <p:spPr bwMode="auto">
          <a:xfrm>
            <a:off x="17872076" y="3411414"/>
            <a:ext cx="1547444" cy="1547444"/>
          </a:xfrm>
          <a:prstGeom prst="rect">
            <a:avLst/>
          </a:prstGeom>
          <a:solidFill>
            <a:schemeClr val="bg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8CE759-1686-2A3F-7266-471938F473AD}"/>
              </a:ext>
            </a:extLst>
          </p:cNvPr>
          <p:cNvSpPr/>
          <p:nvPr/>
        </p:nvSpPr>
        <p:spPr bwMode="auto">
          <a:xfrm>
            <a:off x="2253761" y="7748960"/>
            <a:ext cx="1547444" cy="1547444"/>
          </a:xfrm>
          <a:prstGeom prst="rect">
            <a:avLst/>
          </a:prstGeom>
          <a:solidFill>
            <a:schemeClr val="bg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81C363-2EFD-9288-2EDE-6018A834F66A}"/>
              </a:ext>
            </a:extLst>
          </p:cNvPr>
          <p:cNvSpPr/>
          <p:nvPr/>
        </p:nvSpPr>
        <p:spPr bwMode="auto">
          <a:xfrm>
            <a:off x="10077571" y="7748960"/>
            <a:ext cx="1547444" cy="1547444"/>
          </a:xfrm>
          <a:prstGeom prst="rect">
            <a:avLst/>
          </a:prstGeom>
          <a:solidFill>
            <a:schemeClr val="bg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F32252-8E9F-C548-FCF6-719B77E6AE32}"/>
              </a:ext>
            </a:extLst>
          </p:cNvPr>
          <p:cNvSpPr/>
          <p:nvPr/>
        </p:nvSpPr>
        <p:spPr bwMode="auto">
          <a:xfrm>
            <a:off x="17901381" y="7748960"/>
            <a:ext cx="1547444" cy="1547444"/>
          </a:xfrm>
          <a:prstGeom prst="rect">
            <a:avLst/>
          </a:prstGeom>
          <a:solidFill>
            <a:schemeClr val="bg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06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610418-40B7-A4B2-B63C-751633FCD16F}"/>
              </a:ext>
            </a:extLst>
          </p:cNvPr>
          <p:cNvSpPr txBox="1"/>
          <p:nvPr/>
        </p:nvSpPr>
        <p:spPr>
          <a:xfrm>
            <a:off x="3991708" y="559190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08A11C-CA90-5D41-E52B-236973C87506}"/>
              </a:ext>
            </a:extLst>
          </p:cNvPr>
          <p:cNvSpPr txBox="1"/>
          <p:nvPr/>
        </p:nvSpPr>
        <p:spPr>
          <a:xfrm>
            <a:off x="3182815" y="5574323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BC4D5-1482-9E20-E6CD-ABBA11F979ED}"/>
              </a:ext>
            </a:extLst>
          </p:cNvPr>
          <p:cNvSpPr txBox="1"/>
          <p:nvPr/>
        </p:nvSpPr>
        <p:spPr>
          <a:xfrm>
            <a:off x="2760785" y="529296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36B8E4-8CC9-E2CE-2663-68CB7D41E309}"/>
              </a:ext>
            </a:extLst>
          </p:cNvPr>
          <p:cNvSpPr txBox="1"/>
          <p:nvPr/>
        </p:nvSpPr>
        <p:spPr>
          <a:xfrm>
            <a:off x="949569" y="6031523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ACC1E-9AAC-9DD6-4696-26B84D20DDEB}"/>
              </a:ext>
            </a:extLst>
          </p:cNvPr>
          <p:cNvSpPr txBox="1"/>
          <p:nvPr/>
        </p:nvSpPr>
        <p:spPr>
          <a:xfrm>
            <a:off x="3924299" y="3824651"/>
            <a:ext cx="3622431" cy="72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Problem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CE9D3C-25AB-4EEC-825C-A650ABC3FE69}"/>
              </a:ext>
            </a:extLst>
          </p:cNvPr>
          <p:cNvSpPr txBox="1"/>
          <p:nvPr/>
        </p:nvSpPr>
        <p:spPr>
          <a:xfrm>
            <a:off x="11849099" y="3801200"/>
            <a:ext cx="3622431" cy="72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Solution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664FA3-2BFC-BC09-09E2-2D7BA170FDDC}"/>
              </a:ext>
            </a:extLst>
          </p:cNvPr>
          <p:cNvSpPr txBox="1"/>
          <p:nvPr/>
        </p:nvSpPr>
        <p:spPr>
          <a:xfrm>
            <a:off x="19738728" y="3464166"/>
            <a:ext cx="4840047" cy="72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Value for Managers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89F5E-EDF6-2A9F-2FC1-F76CF6AC4D3D}"/>
              </a:ext>
            </a:extLst>
          </p:cNvPr>
          <p:cNvSpPr txBox="1"/>
          <p:nvPr/>
        </p:nvSpPr>
        <p:spPr>
          <a:xfrm>
            <a:off x="3924299" y="7813440"/>
            <a:ext cx="3622431" cy="72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Document Processing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9614FF-9CB1-2884-60F7-CC7DFB678E66}"/>
              </a:ext>
            </a:extLst>
          </p:cNvPr>
          <p:cNvSpPr txBox="1"/>
          <p:nvPr/>
        </p:nvSpPr>
        <p:spPr>
          <a:xfrm>
            <a:off x="11849098" y="7848609"/>
            <a:ext cx="3622431" cy="72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WorkTrace Pipeline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1FF24A-4850-D67A-0223-564CBF6CE32C}"/>
              </a:ext>
            </a:extLst>
          </p:cNvPr>
          <p:cNvSpPr txBox="1"/>
          <p:nvPr/>
        </p:nvSpPr>
        <p:spPr>
          <a:xfrm>
            <a:off x="19615636" y="8162197"/>
            <a:ext cx="3622431" cy="72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4279219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47FB-D57E-12EE-2480-FAAEE7E1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20E548B-3745-68BA-CE72-B0EC316AC6D7}"/>
              </a:ext>
            </a:extLst>
          </p:cNvPr>
          <p:cNvSpPr/>
          <p:nvPr/>
        </p:nvSpPr>
        <p:spPr bwMode="auto">
          <a:xfrm>
            <a:off x="0" y="240632"/>
            <a:ext cx="24387175" cy="119799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3D2F15-D2A9-9280-F1B3-0207098033D5}"/>
              </a:ext>
            </a:extLst>
          </p:cNvPr>
          <p:cNvSpPr txBox="1">
            <a:spLocks/>
          </p:cNvSpPr>
          <p:nvPr/>
        </p:nvSpPr>
        <p:spPr>
          <a:xfrm>
            <a:off x="576000" y="12816000"/>
            <a:ext cx="4956176" cy="381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Client Value Acceleration Program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F3E5E1D-228F-6390-EBA1-55A22D49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938" y="376672"/>
            <a:ext cx="22558137" cy="1376240"/>
          </a:xfrm>
        </p:spPr>
        <p:txBody>
          <a:bodyPr/>
          <a:lstStyle/>
          <a:p>
            <a:r>
              <a:rPr lang="en-US" sz="5400" b="1">
                <a:solidFill>
                  <a:schemeClr val="tx1"/>
                </a:solidFill>
              </a:rPr>
              <a:t>The Time We’re All Losing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40A70-6871-25FF-4CD2-EC3CEAB34146}"/>
              </a:ext>
            </a:extLst>
          </p:cNvPr>
          <p:cNvSpPr txBox="1"/>
          <p:nvPr/>
        </p:nvSpPr>
        <p:spPr>
          <a:xfrm>
            <a:off x="361507" y="12525153"/>
            <a:ext cx="4380614" cy="671847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BBF572-7B03-007F-C1A4-F452805C8833}"/>
              </a:ext>
            </a:extLst>
          </p:cNvPr>
          <p:cNvSpPr/>
          <p:nvPr/>
        </p:nvSpPr>
        <p:spPr bwMode="auto">
          <a:xfrm>
            <a:off x="1288823" y="12039600"/>
            <a:ext cx="4243353" cy="1157400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ACA48D-D1CA-C5F9-6198-7D5E4D3E5D5F}"/>
              </a:ext>
            </a:extLst>
          </p:cNvPr>
          <p:cNvSpPr txBox="1"/>
          <p:nvPr/>
        </p:nvSpPr>
        <p:spPr>
          <a:xfrm>
            <a:off x="11407849" y="13135838"/>
            <a:ext cx="12196916" cy="3385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r"/>
            <a:fld id="{86CB4B4D-7CA3-9044-876B-883B54F8677D}" type="slidenum">
              <a:rPr lang="en-US" sz="1600" smtClean="0"/>
              <a:pPr algn="r"/>
              <a:t>3</a:t>
            </a:fld>
            <a:endParaRPr lang="en-US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16F0E-EB82-A122-04AF-23F180982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83013"/>
              </p:ext>
            </p:extLst>
          </p:nvPr>
        </p:nvGraphicFramePr>
        <p:xfrm>
          <a:off x="2684179" y="2723688"/>
          <a:ext cx="19018815" cy="82686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6339605">
                  <a:extLst>
                    <a:ext uri="{9D8B030D-6E8A-4147-A177-3AD203B41FA5}">
                      <a16:colId xmlns:a16="http://schemas.microsoft.com/office/drawing/2014/main" val="848777447"/>
                    </a:ext>
                  </a:extLst>
                </a:gridCol>
                <a:gridCol w="6339605">
                  <a:extLst>
                    <a:ext uri="{9D8B030D-6E8A-4147-A177-3AD203B41FA5}">
                      <a16:colId xmlns:a16="http://schemas.microsoft.com/office/drawing/2014/main" val="3876091056"/>
                    </a:ext>
                  </a:extLst>
                </a:gridCol>
                <a:gridCol w="6339605">
                  <a:extLst>
                    <a:ext uri="{9D8B030D-6E8A-4147-A177-3AD203B41FA5}">
                      <a16:colId xmlns:a16="http://schemas.microsoft.com/office/drawing/2014/main" val="568667361"/>
                    </a:ext>
                  </a:extLst>
                </a:gridCol>
              </a:tblGrid>
              <a:tr h="2777018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The Problem Today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What it Costs</a:t>
                      </a:r>
                    </a:p>
                  </a:txBody>
                  <a:tcPr anchor="ctr">
                    <a:solidFill>
                      <a:srgbClr val="F1C2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What We Need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954572"/>
                  </a:ext>
                </a:extLst>
              </a:tr>
              <a:tr h="1394509"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Time logs are inconsistent – everyone names projects differently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Bad reporting quality – inconsistent project codes, missed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One standard classification system that runs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54991"/>
                  </a:ext>
                </a:extLst>
              </a:tr>
              <a:tr h="1491169"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Meeting notes disappear after the call 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Lost decisions, lost action items, repeated conversations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Meeting uploads that generate structured summaries instantly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675005"/>
                  </a:ext>
                </a:extLst>
              </a:tr>
              <a:tr h="1124463"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Managers have no visibility into how hours are actually spent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Chasing your team every week for status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A dashboard that shows team time without anyone having to 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666916"/>
                  </a:ext>
                </a:extLst>
              </a:tr>
              <a:tr h="1481465"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Re-entering recurring meetings each time every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Hours every Friday or everyday reconstructing a week you already lived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solidFill>
                            <a:schemeClr val="tx2"/>
                          </a:solidFill>
                        </a:rPr>
                        <a:t>A tool that logs times as a side effect of work, not extra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07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7551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3694BD8-DED0-4220-7F4A-F60C5460E428}"/>
              </a:ext>
            </a:extLst>
          </p:cNvPr>
          <p:cNvSpPr/>
          <p:nvPr/>
        </p:nvSpPr>
        <p:spPr bwMode="auto">
          <a:xfrm>
            <a:off x="0" y="240632"/>
            <a:ext cx="24387175" cy="1043559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A6D0859-9FA5-CA31-E216-02D1209F4B08}"/>
              </a:ext>
            </a:extLst>
          </p:cNvPr>
          <p:cNvSpPr/>
          <p:nvPr/>
        </p:nvSpPr>
        <p:spPr bwMode="auto">
          <a:xfrm>
            <a:off x="3693173" y="10912471"/>
            <a:ext cx="17663110" cy="2107096"/>
          </a:xfrm>
          <a:prstGeom prst="roundRect">
            <a:avLst/>
          </a:prstGeom>
          <a:solidFill>
            <a:srgbClr val="DEFBE6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ECE91FD-EC33-7EF7-5C97-280CD2767623}"/>
              </a:ext>
            </a:extLst>
          </p:cNvPr>
          <p:cNvSpPr/>
          <p:nvPr/>
        </p:nvSpPr>
        <p:spPr bwMode="auto">
          <a:xfrm>
            <a:off x="3693172" y="1709436"/>
            <a:ext cx="8532871" cy="9029827"/>
          </a:xfrm>
          <a:prstGeom prst="roundRect">
            <a:avLst/>
          </a:prstGeom>
          <a:solidFill>
            <a:srgbClr val="BAE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DE17420-9866-2D72-5EB0-D9BE3AFDB30A}"/>
              </a:ext>
            </a:extLst>
          </p:cNvPr>
          <p:cNvSpPr txBox="1">
            <a:spLocks/>
          </p:cNvSpPr>
          <p:nvPr/>
        </p:nvSpPr>
        <p:spPr>
          <a:xfrm>
            <a:off x="391021" y="293465"/>
            <a:ext cx="20362616" cy="89607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R="0" indent="0" defTabSz="2438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defTabSz="2438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2437912">
              <a:defRPr/>
            </a:pPr>
            <a:r>
              <a:rPr lang="en-US" sz="6000" dirty="0">
                <a:solidFill>
                  <a:srgbClr val="000000"/>
                </a:solidFill>
                <a:latin typeface="IBM Plex Sans Light"/>
              </a:rPr>
              <a:t>Meet WorkTrace – Two Tools, One Brain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83CDD1-6785-F42C-A96E-B69423C0FFFB}"/>
              </a:ext>
            </a:extLst>
          </p:cNvPr>
          <p:cNvSpPr txBox="1"/>
          <p:nvPr/>
        </p:nvSpPr>
        <p:spPr>
          <a:xfrm>
            <a:off x="11863137" y="13253258"/>
            <a:ext cx="12196916" cy="3385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r"/>
            <a:fld id="{86CB4B4D-7CA3-9044-876B-883B54F8677D}" type="slidenum">
              <a:rPr lang="en-US" sz="1600" smtClean="0"/>
              <a:pPr algn="r"/>
              <a:t>4</a:t>
            </a:fld>
            <a:endParaRPr lang="en-US" sz="16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AA7EA4-646B-CDD9-45B1-C16DC2CFF957}"/>
              </a:ext>
            </a:extLst>
          </p:cNvPr>
          <p:cNvCxnSpPr>
            <a:cxnSpLocks/>
          </p:cNvCxnSpPr>
          <p:nvPr/>
        </p:nvCxnSpPr>
        <p:spPr bwMode="auto">
          <a:xfrm>
            <a:off x="4374130" y="3157999"/>
            <a:ext cx="725454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Graphic 24" descr="Stopwatch with solid fill">
            <a:extLst>
              <a:ext uri="{FF2B5EF4-FFF2-40B4-BE49-F238E27FC236}">
                <a16:creationId xmlns:a16="http://schemas.microsoft.com/office/drawing/2014/main" id="{76693BF4-3095-1E6D-08D0-8C56AB11A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8928" y="2233463"/>
            <a:ext cx="760414" cy="7604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BC04BE4-90AF-C493-BED6-E9B880F8AC3F}"/>
              </a:ext>
            </a:extLst>
          </p:cNvPr>
          <p:cNvSpPr txBox="1"/>
          <p:nvPr/>
        </p:nvSpPr>
        <p:spPr>
          <a:xfrm>
            <a:off x="5492663" y="2352674"/>
            <a:ext cx="5251939" cy="734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b="1" dirty="0"/>
              <a:t>WorkTrace Time Tracker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C9FFA6-65CB-F87A-7083-B0882D5C6634}"/>
              </a:ext>
            </a:extLst>
          </p:cNvPr>
          <p:cNvSpPr txBox="1"/>
          <p:nvPr/>
        </p:nvSpPr>
        <p:spPr>
          <a:xfrm>
            <a:off x="4374130" y="3251783"/>
            <a:ext cx="7489007" cy="7182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Log, import, and classify all work activity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Connects to your calendar via ICS export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Import existing data from CSV spreadsheets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Auto-classifies every entry: project code, task type, billable flag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Dashboard showing hours, projects, billable split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Export reports to CSV for upstream reporting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00F4BD9-3BB3-66B8-5BAA-7BDF5977C36B}"/>
              </a:ext>
            </a:extLst>
          </p:cNvPr>
          <p:cNvSpPr/>
          <p:nvPr/>
        </p:nvSpPr>
        <p:spPr bwMode="auto">
          <a:xfrm>
            <a:off x="12823411" y="1709436"/>
            <a:ext cx="8532871" cy="9029827"/>
          </a:xfrm>
          <a:prstGeom prst="round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3C67EB8-525D-A1D0-A6AD-7FDC8DAD0685}"/>
              </a:ext>
            </a:extLst>
          </p:cNvPr>
          <p:cNvCxnSpPr>
            <a:cxnSpLocks/>
          </p:cNvCxnSpPr>
          <p:nvPr/>
        </p:nvCxnSpPr>
        <p:spPr bwMode="auto">
          <a:xfrm>
            <a:off x="13504369" y="3144743"/>
            <a:ext cx="725454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60D4EA1-9880-3C6C-7564-E848A94A0101}"/>
              </a:ext>
            </a:extLst>
          </p:cNvPr>
          <p:cNvSpPr txBox="1"/>
          <p:nvPr/>
        </p:nvSpPr>
        <p:spPr>
          <a:xfrm>
            <a:off x="14321717" y="2334968"/>
            <a:ext cx="6577805" cy="734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b="1" dirty="0"/>
              <a:t>WorkTrace Knowledge Engine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E5473E-294D-9C1C-3487-B781107491B7}"/>
              </a:ext>
            </a:extLst>
          </p:cNvPr>
          <p:cNvSpPr txBox="1"/>
          <p:nvPr/>
        </p:nvSpPr>
        <p:spPr>
          <a:xfrm>
            <a:off x="13504369" y="3238527"/>
            <a:ext cx="7489007" cy="7182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Upload documents &amp; meeting transcripts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Ask questions in plain English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Auto-generates structured meeting summaries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Powered by watsonx.ai, OpenAI, or local Ollama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Automatically logs time from meeting uploads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/>
              <a:t>Your documents stay searchable forever</a:t>
            </a:r>
          </a:p>
        </p:txBody>
      </p:sp>
      <p:pic>
        <p:nvPicPr>
          <p:cNvPr id="38" name="Graphic 37" descr="Brain with solid fill">
            <a:extLst>
              <a:ext uri="{FF2B5EF4-FFF2-40B4-BE49-F238E27FC236}">
                <a16:creationId xmlns:a16="http://schemas.microsoft.com/office/drawing/2014/main" id="{139BF8EA-D728-3751-6CF1-74724FFEFA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04369" y="2160004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66393BC-DC8B-8D15-34EC-0F320C0594F4}"/>
              </a:ext>
            </a:extLst>
          </p:cNvPr>
          <p:cNvSpPr txBox="1"/>
          <p:nvPr/>
        </p:nvSpPr>
        <p:spPr>
          <a:xfrm>
            <a:off x="2206487" y="80140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42" name="Graphic 41" descr="USB outline">
            <a:extLst>
              <a:ext uri="{FF2B5EF4-FFF2-40B4-BE49-F238E27FC236}">
                <a16:creationId xmlns:a16="http://schemas.microsoft.com/office/drawing/2014/main" id="{8D6E29B7-284D-01DB-A7A5-DED1F7241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4042" y="10961023"/>
            <a:ext cx="914400" cy="9144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F969C34-B14E-7A06-3EC0-5C0DC70765A5}"/>
              </a:ext>
            </a:extLst>
          </p:cNvPr>
          <p:cNvSpPr txBox="1"/>
          <p:nvPr/>
        </p:nvSpPr>
        <p:spPr>
          <a:xfrm>
            <a:off x="11467483" y="11118097"/>
            <a:ext cx="3984181" cy="713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/>
              <a:t>Integration Line</a:t>
            </a: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7B2F02-15EA-F40E-95FB-1B4549FB70F7}"/>
              </a:ext>
            </a:extLst>
          </p:cNvPr>
          <p:cNvSpPr txBox="1"/>
          <p:nvPr/>
        </p:nvSpPr>
        <p:spPr>
          <a:xfrm>
            <a:off x="7519213" y="10961023"/>
            <a:ext cx="5304198" cy="1212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S" sz="3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5458F9-F24A-FD01-B542-3AACBC89BB7D}"/>
              </a:ext>
            </a:extLst>
          </p:cNvPr>
          <p:cNvSpPr txBox="1"/>
          <p:nvPr/>
        </p:nvSpPr>
        <p:spPr>
          <a:xfrm>
            <a:off x="4364089" y="11943591"/>
            <a:ext cx="16604453" cy="1812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3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two systems talk to each other: upload meeting transcript </a:t>
            </a:r>
            <a:r>
              <a:rPr lang="en-US" sz="3000" kern="0">
                <a:solidFill>
                  <a:srgbClr val="000000"/>
                </a:solidFill>
                <a:ea typeface="+mj-ea"/>
                <a:cs typeface="+mj-cs"/>
                <a:sym typeface="Wingdings" pitchFamily="2" charset="2"/>
              </a:rPr>
              <a:t> Knowledge Engine summarizes it  Time Tracker automatically logs the time  Chat answers reference actual data</a:t>
            </a:r>
            <a:endParaRPr lang="en-US" sz="3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B603A3-CC32-BD4A-7703-9AF134D2ECDD}"/>
              </a:ext>
            </a:extLst>
          </p:cNvPr>
          <p:cNvCxnSpPr>
            <a:cxnSpLocks/>
          </p:cNvCxnSpPr>
          <p:nvPr/>
        </p:nvCxnSpPr>
        <p:spPr bwMode="auto">
          <a:xfrm>
            <a:off x="10446067" y="11805920"/>
            <a:ext cx="4440499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9DB4F84-83B4-25E9-E481-C2792929FD4E}"/>
              </a:ext>
            </a:extLst>
          </p:cNvPr>
          <p:cNvSpPr txBox="1"/>
          <p:nvPr/>
        </p:nvSpPr>
        <p:spPr>
          <a:xfrm>
            <a:off x="21913516" y="1272138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77170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51FE5-1EAD-3CCE-F326-F22384E2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9D25E46-FDDB-6372-A96C-1B37755330EA}"/>
              </a:ext>
            </a:extLst>
          </p:cNvPr>
          <p:cNvSpPr/>
          <p:nvPr/>
        </p:nvSpPr>
        <p:spPr bwMode="auto">
          <a:xfrm>
            <a:off x="0" y="178739"/>
            <a:ext cx="24387175" cy="897401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E9FC2D7-FF2F-8407-F084-AD61E815ED74}"/>
              </a:ext>
            </a:extLst>
          </p:cNvPr>
          <p:cNvSpPr>
            <a:spLocks noChangeAspect="1"/>
          </p:cNvSpPr>
          <p:nvPr/>
        </p:nvSpPr>
        <p:spPr bwMode="auto">
          <a:xfrm>
            <a:off x="702759" y="3284906"/>
            <a:ext cx="2880000" cy="26903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20000"/>
                <a:lumOff val="80000"/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56" tIns="182856" rIns="182856" bIns="182856" numCol="1" rtlCol="0" anchor="t" anchorCtr="0" compatLnSpc="1">
            <a:prstTxWarp prst="textNoShape">
              <a:avLst/>
            </a:prstTxWarp>
          </a:bodyPr>
          <a:lstStyle/>
          <a:p>
            <a:pPr defTabSz="182843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C64A64-E99C-D140-AD97-A7D518AD9893}"/>
              </a:ext>
            </a:extLst>
          </p:cNvPr>
          <p:cNvSpPr>
            <a:spLocks noChangeAspect="1"/>
          </p:cNvSpPr>
          <p:nvPr/>
        </p:nvSpPr>
        <p:spPr bwMode="auto">
          <a:xfrm>
            <a:off x="16921875" y="3378318"/>
            <a:ext cx="2880000" cy="26903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20000"/>
                <a:lumOff val="80000"/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56" tIns="182856" rIns="182856" bIns="182856" numCol="1" rtlCol="0" anchor="t" anchorCtr="0" compatLnSpc="1">
            <a:prstTxWarp prst="textNoShape">
              <a:avLst/>
            </a:prstTxWarp>
          </a:bodyPr>
          <a:lstStyle/>
          <a:p>
            <a:pPr defTabSz="182843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8BD70C-3136-8C03-F068-858E193882D9}"/>
              </a:ext>
            </a:extLst>
          </p:cNvPr>
          <p:cNvSpPr>
            <a:spLocks noChangeAspect="1"/>
          </p:cNvSpPr>
          <p:nvPr/>
        </p:nvSpPr>
        <p:spPr bwMode="auto">
          <a:xfrm>
            <a:off x="20942485" y="3480854"/>
            <a:ext cx="2880000" cy="26903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20000"/>
                <a:lumOff val="80000"/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56" tIns="182856" rIns="182856" bIns="182856" numCol="1" rtlCol="0" anchor="t" anchorCtr="0" compatLnSpc="1">
            <a:prstTxWarp prst="textNoShape">
              <a:avLst/>
            </a:prstTxWarp>
          </a:bodyPr>
          <a:lstStyle/>
          <a:p>
            <a:pPr defTabSz="182843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0E77B6-1393-62D2-9ECF-AE27EC40FB09}"/>
              </a:ext>
            </a:extLst>
          </p:cNvPr>
          <p:cNvSpPr>
            <a:spLocks noChangeAspect="1"/>
          </p:cNvSpPr>
          <p:nvPr/>
        </p:nvSpPr>
        <p:spPr bwMode="auto">
          <a:xfrm>
            <a:off x="4675981" y="3300794"/>
            <a:ext cx="2880000" cy="26903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20000"/>
                <a:lumOff val="80000"/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56" tIns="182856" rIns="182856" bIns="182856" numCol="1" rtlCol="0" anchor="t" anchorCtr="0" compatLnSpc="1">
            <a:prstTxWarp prst="textNoShape">
              <a:avLst/>
            </a:prstTxWarp>
          </a:bodyPr>
          <a:lstStyle/>
          <a:p>
            <a:pPr defTabSz="182843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7E98BF-2E40-9108-785A-ED833EDA97C9}"/>
              </a:ext>
            </a:extLst>
          </p:cNvPr>
          <p:cNvSpPr>
            <a:spLocks noChangeAspect="1"/>
          </p:cNvSpPr>
          <p:nvPr/>
        </p:nvSpPr>
        <p:spPr bwMode="auto">
          <a:xfrm>
            <a:off x="12846335" y="3350546"/>
            <a:ext cx="2880000" cy="26903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20000"/>
                <a:lumOff val="80000"/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56" tIns="182856" rIns="182856" bIns="182856" numCol="1" rtlCol="0" anchor="t" anchorCtr="0" compatLnSpc="1">
            <a:prstTxWarp prst="textNoShape">
              <a:avLst/>
            </a:prstTxWarp>
          </a:bodyPr>
          <a:lstStyle/>
          <a:p>
            <a:pPr defTabSz="182843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FF31A7-DDB7-27D9-F3F3-018227035764}"/>
              </a:ext>
            </a:extLst>
          </p:cNvPr>
          <p:cNvSpPr>
            <a:spLocks noChangeAspect="1"/>
          </p:cNvSpPr>
          <p:nvPr/>
        </p:nvSpPr>
        <p:spPr bwMode="auto">
          <a:xfrm>
            <a:off x="8646159" y="3378102"/>
            <a:ext cx="2880000" cy="26903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20000"/>
                <a:lumOff val="80000"/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2856" tIns="182856" rIns="182856" bIns="182856" numCol="1" rtlCol="0" anchor="t" anchorCtr="0" compatLnSpc="1">
            <a:prstTxWarp prst="textNoShape">
              <a:avLst/>
            </a:prstTxWarp>
          </a:bodyPr>
          <a:lstStyle/>
          <a:p>
            <a:pPr defTabSz="182843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dirty="0">
              <a:solidFill>
                <a:srgbClr val="FFFFFF"/>
              </a:solidFill>
              <a:latin typeface="IBM Plex Sans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C9903A-41B7-FC78-1F85-01A2203DD099}"/>
              </a:ext>
            </a:extLst>
          </p:cNvPr>
          <p:cNvSpPr txBox="1"/>
          <p:nvPr/>
        </p:nvSpPr>
        <p:spPr>
          <a:xfrm>
            <a:off x="333637" y="178740"/>
            <a:ext cx="23719900" cy="308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4875824">
              <a:spcBef>
                <a:spcPts val="5798"/>
              </a:spcBef>
              <a:buSzPct val="100000"/>
              <a:defRPr/>
            </a:pPr>
            <a:r>
              <a:rPr lang="en-US" sz="5600">
                <a:latin typeface="+mj-lt"/>
                <a:ea typeface="+mj-ea"/>
                <a:cs typeface="+mj-cs"/>
                <a:sym typeface="IBM Plex Sans Light"/>
              </a:rPr>
              <a:t>What Managers Actually Get to See</a:t>
            </a:r>
            <a:endParaRPr lang="en-US" sz="5600" dirty="0">
              <a:latin typeface="+mj-lt"/>
              <a:ea typeface="+mj-ea"/>
              <a:cs typeface="+mj-cs"/>
              <a:sym typeface="IBM Plex Sans Light"/>
            </a:endParaRPr>
          </a:p>
          <a:p>
            <a:pPr defTabSz="4875824">
              <a:spcBef>
                <a:spcPts val="1200"/>
              </a:spcBef>
              <a:buSzPct val="100000"/>
              <a:defRPr/>
            </a:pPr>
            <a:r>
              <a:rPr lang="en-US" sz="4000" b="1" kern="0">
                <a:solidFill>
                  <a:srgbClr val="0070C0"/>
                </a:solidFill>
                <a:latin typeface="IBM Plex Sans Light"/>
                <a:sym typeface="IBM Plex Sans Light"/>
              </a:rPr>
              <a:t>Value for Managers and Leads</a:t>
            </a:r>
            <a:endParaRPr lang="en-US" sz="4000" b="1" kern="0" dirty="0">
              <a:solidFill>
                <a:srgbClr val="0070C0"/>
              </a:solidFill>
              <a:latin typeface="IBM Plex Sans Light"/>
              <a:sym typeface="IBM Plex Sans Ligh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EB6376-F2C4-4EDB-EB22-FF2498C7530D}"/>
              </a:ext>
            </a:extLst>
          </p:cNvPr>
          <p:cNvSpPr txBox="1"/>
          <p:nvPr/>
        </p:nvSpPr>
        <p:spPr>
          <a:xfrm>
            <a:off x="162759" y="7186859"/>
            <a:ext cx="3960000" cy="2316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4875824">
              <a:buSzPct val="100000"/>
              <a:defRPr/>
            </a:pPr>
            <a:r>
              <a:rPr lang="en-US" sz="5300" b="1" kern="0">
                <a:solidFill>
                  <a:srgbClr val="0F62FE">
                    <a:lumMod val="75000"/>
                  </a:srgbClr>
                </a:solidFill>
                <a:latin typeface="IBM Plex Sans Light"/>
                <a:sym typeface="IBM Plex Sans Light"/>
              </a:rPr>
              <a:t>Full Team Visibility</a:t>
            </a: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6BD6BD-E171-2739-DF63-F903433B85F0}"/>
              </a:ext>
            </a:extLst>
          </p:cNvPr>
          <p:cNvSpPr txBox="1"/>
          <p:nvPr/>
        </p:nvSpPr>
        <p:spPr>
          <a:xfrm>
            <a:off x="4135981" y="7101341"/>
            <a:ext cx="3960000" cy="2316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4875824">
              <a:buSzPct val="100000"/>
              <a:defRPr/>
            </a:pPr>
            <a:r>
              <a:rPr lang="en-US" sz="5300" b="1" kern="0">
                <a:solidFill>
                  <a:srgbClr val="0F62FE">
                    <a:lumMod val="75000"/>
                  </a:srgbClr>
                </a:solidFill>
                <a:latin typeface="IBM Plex Sans Light"/>
                <a:sym typeface="IBM Plex Sans Light"/>
              </a:rPr>
              <a:t>Consistent Classification</a:t>
            </a: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48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spcBef>
                <a:spcPts val="1200"/>
              </a:spcBef>
              <a:buSzPct val="100000"/>
              <a:defRPr/>
            </a:pPr>
            <a:endParaRPr lang="en-US" sz="4800" i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2548C5-E540-B579-AF69-FCF5D85F426A}"/>
              </a:ext>
            </a:extLst>
          </p:cNvPr>
          <p:cNvSpPr txBox="1"/>
          <p:nvPr/>
        </p:nvSpPr>
        <p:spPr>
          <a:xfrm>
            <a:off x="8106159" y="7079111"/>
            <a:ext cx="3960000" cy="2316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4875824">
              <a:buSzPct val="100000"/>
              <a:defRPr/>
            </a:pPr>
            <a:r>
              <a:rPr lang="en-US" sz="5300" b="1" kern="0">
                <a:solidFill>
                  <a:srgbClr val="0F62FE">
                    <a:lumMod val="75000"/>
                  </a:srgbClr>
                </a:solidFill>
                <a:latin typeface="IBM Plex Sans Light"/>
                <a:sym typeface="IBM Plex Sans Light"/>
              </a:rPr>
              <a:t>Reports on Demand</a:t>
            </a: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445520-F956-E931-9147-23844FD7B6C5}"/>
              </a:ext>
            </a:extLst>
          </p:cNvPr>
          <p:cNvSpPr txBox="1"/>
          <p:nvPr/>
        </p:nvSpPr>
        <p:spPr>
          <a:xfrm>
            <a:off x="12306335" y="7079111"/>
            <a:ext cx="3960000" cy="2316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4875824">
              <a:buSzPct val="100000"/>
              <a:defRPr/>
            </a:pPr>
            <a:r>
              <a:rPr lang="en-US" sz="5300" b="1" kern="0">
                <a:solidFill>
                  <a:srgbClr val="0F62FE">
                    <a:lumMod val="75000"/>
                  </a:srgbClr>
                </a:solidFill>
                <a:latin typeface="IBM Plex Sans Light"/>
                <a:sym typeface="IBM Plex Sans Light"/>
              </a:rPr>
              <a:t>Meeting Intelligence</a:t>
            </a: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kern="0" dirty="0">
              <a:solidFill>
                <a:srgbClr val="0070C0"/>
              </a:solidFill>
              <a:latin typeface="IBM Plex Sans Light"/>
              <a:sym typeface="IBM Plex Sans Ligh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3B4E69-2423-46E5-D014-0CC7CA18DD07}"/>
              </a:ext>
            </a:extLst>
          </p:cNvPr>
          <p:cNvSpPr txBox="1"/>
          <p:nvPr/>
        </p:nvSpPr>
        <p:spPr>
          <a:xfrm>
            <a:off x="16381875" y="7101341"/>
            <a:ext cx="3960000" cy="2316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4875824">
              <a:buSzPct val="100000"/>
              <a:defRPr/>
            </a:pPr>
            <a:r>
              <a:rPr lang="en-US" sz="5300" b="1" kern="0">
                <a:solidFill>
                  <a:srgbClr val="0F62FE">
                    <a:lumMod val="75000"/>
                  </a:srgbClr>
                </a:solidFill>
                <a:latin typeface="IBM Plex Sans Light"/>
                <a:sym typeface="IBM Plex Sans Light"/>
              </a:rPr>
              <a:t>Historical Data</a:t>
            </a: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BF21FA0-80FC-CD2F-90A6-E01954408C0E}"/>
              </a:ext>
            </a:extLst>
          </p:cNvPr>
          <p:cNvSpPr txBox="1">
            <a:spLocks/>
          </p:cNvSpPr>
          <p:nvPr/>
        </p:nvSpPr>
        <p:spPr>
          <a:xfrm>
            <a:off x="23349004" y="12807107"/>
            <a:ext cx="5485686" cy="73015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218">
              <a:defRPr/>
            </a:pPr>
            <a:fld id="{5B3D6D02-F17D-EC46-AF8B-6C74008C5B39}" type="slidenum">
              <a:rPr lang="en-US" sz="2000">
                <a:solidFill>
                  <a:srgbClr val="000000"/>
                </a:solidFill>
                <a:latin typeface="IBM Plex Sans Light"/>
              </a:rPr>
              <a:pPr defTabSz="914218">
                <a:defRPr/>
              </a:pPr>
              <a:t>5</a:t>
            </a:fld>
            <a:endParaRPr lang="en-US" sz="2000" dirty="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C1FA0-B2E9-8D3E-4B50-5EBEEFBE3590}"/>
              </a:ext>
            </a:extLst>
          </p:cNvPr>
          <p:cNvSpPr txBox="1"/>
          <p:nvPr/>
        </p:nvSpPr>
        <p:spPr>
          <a:xfrm>
            <a:off x="162759" y="13315891"/>
            <a:ext cx="9026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9014">
              <a:defRPr/>
            </a:pPr>
            <a:r>
              <a:rPr lang="en-US" sz="1400" dirty="0">
                <a:solidFill>
                  <a:srgbClr val="000000"/>
                </a:solidFill>
                <a:latin typeface="IBM Plex Sans Light"/>
              </a:rPr>
              <a:t>The Client Value Acceleration Program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DF32F1-35F7-6898-DC88-DA34580818FC}"/>
              </a:ext>
            </a:extLst>
          </p:cNvPr>
          <p:cNvSpPr txBox="1"/>
          <p:nvPr/>
        </p:nvSpPr>
        <p:spPr>
          <a:xfrm>
            <a:off x="20402484" y="7079111"/>
            <a:ext cx="3960000" cy="2316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4875824">
              <a:buSzPct val="100000"/>
              <a:defRPr/>
            </a:pPr>
            <a:r>
              <a:rPr lang="en-US" sz="5300" b="1" kern="0">
                <a:solidFill>
                  <a:srgbClr val="0F62FE">
                    <a:lumMod val="75000"/>
                  </a:srgbClr>
                </a:solidFill>
                <a:latin typeface="IBM Plex Sans Light"/>
                <a:sym typeface="IBM Plex Sans Light"/>
              </a:rPr>
              <a:t>Data Protection</a:t>
            </a: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F62FE">
                  <a:lumMod val="75000"/>
                </a:srgbClr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  <a:p>
            <a:pPr algn="ctr" defTabSz="4875824">
              <a:buSzPct val="100000"/>
              <a:defRPr/>
            </a:pPr>
            <a:endParaRPr lang="en-US" sz="5300" b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pic>
        <p:nvPicPr>
          <p:cNvPr id="16" name="Graphic 15" descr="Magnifying glass outline">
            <a:extLst>
              <a:ext uri="{FF2B5EF4-FFF2-40B4-BE49-F238E27FC236}">
                <a16:creationId xmlns:a16="http://schemas.microsoft.com/office/drawing/2014/main" id="{222F57B9-8C34-5EDA-5AE3-0A0E9B667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1581" y="3770202"/>
            <a:ext cx="1828800" cy="1828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1F552F8-85D7-89D6-1298-73789207B987}"/>
              </a:ext>
            </a:extLst>
          </p:cNvPr>
          <p:cNvSpPr txBox="1"/>
          <p:nvPr/>
        </p:nvSpPr>
        <p:spPr>
          <a:xfrm>
            <a:off x="20640901" y="1400991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888930" indent="-893498" defTabSz="4876800">
              <a:spcBef>
                <a:spcPts val="5800"/>
              </a:spcBef>
              <a:buSzPct val="100000"/>
              <a:buFontTx/>
              <a:buChar char="–"/>
              <a:defRPr/>
            </a:pPr>
            <a:endParaRPr lang="en-US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4F4EED-DEED-E7E0-4C3F-DF0DF211EBDC}"/>
              </a:ext>
            </a:extLst>
          </p:cNvPr>
          <p:cNvSpPr txBox="1"/>
          <p:nvPr/>
        </p:nvSpPr>
        <p:spPr>
          <a:xfrm>
            <a:off x="348519" y="9019594"/>
            <a:ext cx="3588480" cy="193899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ctr" defTabSz="4875824">
              <a:buSzPct val="100000"/>
              <a:defRPr/>
            </a:pPr>
            <a:r>
              <a:rPr lang="en-US" sz="2400" kern="0">
                <a:solidFill>
                  <a:srgbClr val="000000"/>
                </a:solidFill>
                <a:latin typeface="IBM Plex Sans Light"/>
                <a:sym typeface="IBM Plex Sans Light"/>
              </a:rPr>
              <a:t>See hours broken down by project, task type, 1:1s – without asking your team to send you anything</a:t>
            </a:r>
            <a:endParaRPr lang="en-US" sz="2400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79DDEF-3488-2BA7-0F46-D874F1D238EB}"/>
              </a:ext>
            </a:extLst>
          </p:cNvPr>
          <p:cNvSpPr txBox="1"/>
          <p:nvPr/>
        </p:nvSpPr>
        <p:spPr>
          <a:xfrm>
            <a:off x="4321744" y="9019594"/>
            <a:ext cx="3588478" cy="193899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ctr" defTabSz="4875824">
              <a:spcBef>
                <a:spcPts val="1200"/>
              </a:spcBef>
              <a:buSzPct val="100000"/>
              <a:defRPr/>
            </a:pPr>
            <a:r>
              <a:rPr lang="en-US" sz="2400" kern="0">
                <a:solidFill>
                  <a:srgbClr val="000000"/>
                </a:solidFill>
                <a:latin typeface="IBM Plex Sans Light"/>
                <a:sym typeface="IBM Plex Sans Light"/>
              </a:rPr>
              <a:t>Config-driven rules standardize project codes, task types, and billability across every entry.</a:t>
            </a:r>
            <a:endParaRPr lang="en-US" sz="2400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CE4F28-3418-0DEB-0E2C-314F107C4547}"/>
              </a:ext>
            </a:extLst>
          </p:cNvPr>
          <p:cNvSpPr txBox="1"/>
          <p:nvPr/>
        </p:nvSpPr>
        <p:spPr>
          <a:xfrm>
            <a:off x="8291922" y="9019594"/>
            <a:ext cx="3588478" cy="193899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ctr" defTabSz="4875824">
              <a:buSzPct val="100000"/>
              <a:defRPr/>
            </a:pPr>
            <a:r>
              <a:rPr lang="en-US" sz="2400" kern="0">
                <a:solidFill>
                  <a:srgbClr val="000000"/>
                </a:solidFill>
                <a:latin typeface="IBM Plex Sans Light"/>
                <a:sym typeface="IBM Plex Sans Light"/>
              </a:rPr>
              <a:t>Daily breakdowns, task-type summaries, project totals. Export to CSV for upstream reporting at any time</a:t>
            </a:r>
            <a:endParaRPr lang="en-US" sz="2400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5BDDE9-EF41-5B86-730E-5A0D4C18C34A}"/>
              </a:ext>
            </a:extLst>
          </p:cNvPr>
          <p:cNvSpPr txBox="1"/>
          <p:nvPr/>
        </p:nvSpPr>
        <p:spPr>
          <a:xfrm>
            <a:off x="12492095" y="9019594"/>
            <a:ext cx="3588480" cy="267765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ctr" defTabSz="4875824">
              <a:buSzPct val="100000"/>
              <a:defRPr/>
            </a:pPr>
            <a:r>
              <a:rPr lang="en-US" sz="2400" kern="0">
                <a:solidFill>
                  <a:srgbClr val="000000"/>
                </a:solidFill>
                <a:latin typeface="IBM Plex Sans Light"/>
                <a:sym typeface="IBM Plex Sans Light"/>
              </a:rPr>
              <a:t>Every meeting transcript upload auto-generates structured notes (topics, decisions, action items) and logs the time – managers see the whole picture automatically</a:t>
            </a:r>
            <a:endParaRPr lang="en-US" sz="2400" i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15ADE6-EF01-B018-39A6-E258FF56577A}"/>
              </a:ext>
            </a:extLst>
          </p:cNvPr>
          <p:cNvSpPr txBox="1"/>
          <p:nvPr/>
        </p:nvSpPr>
        <p:spPr>
          <a:xfrm>
            <a:off x="16819162" y="9019594"/>
            <a:ext cx="3085430" cy="193899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ctr" defTabSz="4875824">
              <a:buSzPct val="100000"/>
              <a:defRPr/>
            </a:pPr>
            <a:r>
              <a:rPr lang="en-US" sz="2400" kern="0">
                <a:solidFill>
                  <a:srgbClr val="000000"/>
                </a:solidFill>
                <a:latin typeface="IBM Plex Sans Light"/>
                <a:sym typeface="IBM Plex Sans Light"/>
              </a:rPr>
              <a:t>Teams bring in past records via CSV or ICS – no manual re-entry, no gaps in historical reporting</a:t>
            </a:r>
            <a:endParaRPr lang="en-US" sz="2400" i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5E7130-BCBB-A584-7EB3-08035EE25F51}"/>
              </a:ext>
            </a:extLst>
          </p:cNvPr>
          <p:cNvSpPr txBox="1"/>
          <p:nvPr/>
        </p:nvSpPr>
        <p:spPr>
          <a:xfrm>
            <a:off x="20680234" y="9019595"/>
            <a:ext cx="3404506" cy="267765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ctr" defTabSz="4875824">
              <a:buSzPct val="100000"/>
              <a:defRPr/>
            </a:pPr>
            <a:r>
              <a:rPr lang="en-US" sz="2400" kern="0">
                <a:solidFill>
                  <a:srgbClr val="000000"/>
                </a:solidFill>
                <a:latin typeface="IBM Plex Sans Light"/>
                <a:sym typeface="IBM Plex Sans Light"/>
              </a:rPr>
              <a:t>Write operations (create, edit, delete, import) are password-protected. Reports and dashboards stay read-only and openly accessible</a:t>
            </a:r>
            <a:endParaRPr lang="en-US" sz="2400" i="1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pic>
        <p:nvPicPr>
          <p:cNvPr id="14" name="Graphic 13" descr="Eye outline">
            <a:extLst>
              <a:ext uri="{FF2B5EF4-FFF2-40B4-BE49-F238E27FC236}">
                <a16:creationId xmlns:a16="http://schemas.microsoft.com/office/drawing/2014/main" id="{66D157C9-9DF0-BAA8-2AFA-46C8C5199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940" y="3452263"/>
            <a:ext cx="2486865" cy="2486865"/>
          </a:xfrm>
          <a:prstGeom prst="rect">
            <a:avLst/>
          </a:prstGeom>
        </p:spPr>
      </p:pic>
      <p:pic>
        <p:nvPicPr>
          <p:cNvPr id="23" name="Graphic 22" descr="Document outline">
            <a:extLst>
              <a:ext uri="{FF2B5EF4-FFF2-40B4-BE49-F238E27FC236}">
                <a16:creationId xmlns:a16="http://schemas.microsoft.com/office/drawing/2014/main" id="{9BBA6762-CF6A-0BD4-B137-6EEB81CFD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3843" y="3849107"/>
            <a:ext cx="1749895" cy="1749895"/>
          </a:xfrm>
          <a:prstGeom prst="rect">
            <a:avLst/>
          </a:prstGeom>
        </p:spPr>
      </p:pic>
      <p:pic>
        <p:nvPicPr>
          <p:cNvPr id="25" name="Graphic 24" descr="Meeting outline">
            <a:extLst>
              <a:ext uri="{FF2B5EF4-FFF2-40B4-BE49-F238E27FC236}">
                <a16:creationId xmlns:a16="http://schemas.microsoft.com/office/drawing/2014/main" id="{A3914FBA-6134-4B9B-19C5-2FF5C4C81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11387" y="3755108"/>
            <a:ext cx="1749895" cy="1749895"/>
          </a:xfrm>
          <a:prstGeom prst="rect">
            <a:avLst/>
          </a:prstGeom>
        </p:spPr>
      </p:pic>
      <p:pic>
        <p:nvPicPr>
          <p:cNvPr id="28" name="Graphic 27" descr="Database outline">
            <a:extLst>
              <a:ext uri="{FF2B5EF4-FFF2-40B4-BE49-F238E27FC236}">
                <a16:creationId xmlns:a16="http://schemas.microsoft.com/office/drawing/2014/main" id="{1E4B3D16-CEFF-C1F5-E535-FBCF82E9CA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319225" y="3713526"/>
            <a:ext cx="2019452" cy="2019452"/>
          </a:xfrm>
          <a:prstGeom prst="rect">
            <a:avLst/>
          </a:prstGeom>
        </p:spPr>
      </p:pic>
      <p:pic>
        <p:nvPicPr>
          <p:cNvPr id="30" name="Graphic 29" descr="Key outline">
            <a:extLst>
              <a:ext uri="{FF2B5EF4-FFF2-40B4-BE49-F238E27FC236}">
                <a16:creationId xmlns:a16="http://schemas.microsoft.com/office/drawing/2014/main" id="{6885AE43-BFCF-24DD-1366-3D472E1EA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48346" y="3755108"/>
            <a:ext cx="2068277" cy="206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851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101A-7A27-C941-9C6B-C7D45196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E59A879-F1DE-CF56-83E5-EA231941088F}"/>
              </a:ext>
            </a:extLst>
          </p:cNvPr>
          <p:cNvSpPr/>
          <p:nvPr/>
        </p:nvSpPr>
        <p:spPr bwMode="auto">
          <a:xfrm>
            <a:off x="0" y="385010"/>
            <a:ext cx="24387175" cy="119799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A12E3-6493-5300-314F-D57DC30FE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AC2C3B6B-5598-7DAD-8837-4BAE505C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80" y="576072"/>
            <a:ext cx="17793032" cy="1008888"/>
          </a:xfrm>
        </p:spPr>
        <p:txBody>
          <a:bodyPr/>
          <a:lstStyle/>
          <a:p>
            <a:r>
              <a:rPr lang="en-US" sz="5400">
                <a:solidFill>
                  <a:schemeClr val="tx1"/>
                </a:solidFill>
                <a:latin typeface="IBM Plex Sans" panose="020B0503050203000203" pitchFamily="34" charset="0"/>
              </a:rPr>
              <a:t>Ask Your Documents Anything</a:t>
            </a:r>
            <a:endParaRPr lang="en-US" sz="5400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8878F-33D4-7ADF-E97C-4D6F16278BAB}"/>
              </a:ext>
            </a:extLst>
          </p:cNvPr>
          <p:cNvSpPr txBox="1"/>
          <p:nvPr/>
        </p:nvSpPr>
        <p:spPr>
          <a:xfrm>
            <a:off x="2813964" y="5476691"/>
            <a:ext cx="8843001" cy="2567026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prstClr val="black"/>
                </a:solidFill>
                <a:latin typeface="IBM Plex Sans" panose="020B0503050203000203" pitchFamily="34" charset="0"/>
              </a:rPr>
              <a:t>RAG Chat (Grounded Q&amp;A)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Ask questions in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plain English.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Relevant document chunk</a:t>
            </a:r>
            <a:r>
              <a:rPr lang="en-US" sz="2800">
                <a:solidFill>
                  <a:prstClr val="black"/>
                </a:solidFill>
              </a:rPr>
              <a:t>s are retrieved before generation </a:t>
            </a:r>
          </a:p>
          <a:p>
            <a:pPr marL="1200438" lvl="1" indent="-285750" defTabSz="9144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prstClr val="black"/>
                </a:solidFill>
              </a:rPr>
              <a:t>Answers come with source citations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BE1A1-1C8B-8412-AFEC-0CD77FF22A1F}"/>
              </a:ext>
            </a:extLst>
          </p:cNvPr>
          <p:cNvSpPr txBox="1"/>
          <p:nvPr/>
        </p:nvSpPr>
        <p:spPr>
          <a:xfrm>
            <a:off x="2813964" y="9066810"/>
            <a:ext cx="9321248" cy="3505745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Flexible AI Backend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Pluggable LLM layer: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watsonx.ai (IBM IAM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), OpenAI-compatible APIs or local Ollama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/>
              <a:t>Embeddings via 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Nomic (cloud) or Ollama (local)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Swit</a:t>
            </a:r>
            <a:r>
              <a:rPr lang="en-US" sz="2800"/>
              <a:t>ch providers via environment con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fig – no code changes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20B2C-6B48-8585-38CD-045676655B01}"/>
              </a:ext>
            </a:extLst>
          </p:cNvPr>
          <p:cNvSpPr txBox="1"/>
          <p:nvPr/>
        </p:nvSpPr>
        <p:spPr>
          <a:xfrm>
            <a:off x="2651941" y="2317459"/>
            <a:ext cx="8459099" cy="2136139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Multi-Format Ingestion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Upload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PDFs, DOCX, TXT, etc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via UI or API.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>
                <a:solidFill>
                  <a:prstClr val="black"/>
                </a:solidFill>
              </a:rPr>
              <a:t>Supports force re-indexing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Auto-detects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file type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3" name="Graphic 12" descr="Magnifying glass outline">
            <a:extLst>
              <a:ext uri="{FF2B5EF4-FFF2-40B4-BE49-F238E27FC236}">
                <a16:creationId xmlns:a16="http://schemas.microsoft.com/office/drawing/2014/main" id="{CBCFDAF6-FF12-5C41-89F2-D1ED4B0E6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35212" y="3879622"/>
            <a:ext cx="1704139" cy="17041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E071B7-DD72-1F3A-26A3-C85E018FCE15}"/>
              </a:ext>
            </a:extLst>
          </p:cNvPr>
          <p:cNvSpPr txBox="1"/>
          <p:nvPr/>
        </p:nvSpPr>
        <p:spPr>
          <a:xfrm>
            <a:off x="14331271" y="3475955"/>
            <a:ext cx="9124245" cy="2997913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Semantic Vector Search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>
                <a:solidFill>
                  <a:prstClr val="black"/>
                </a:solidFill>
              </a:rPr>
              <a:t>Natural-language queries matched by </a:t>
            </a:r>
            <a:r>
              <a:rPr lang="en-US" sz="2800">
                <a:solidFill>
                  <a:srgbClr val="0043CE"/>
                </a:solidFill>
              </a:rPr>
              <a:t>pgvector cosine similarity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Returns scores, source paths, chunk indexes, and text snippets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>
                <a:solidFill>
                  <a:prstClr val="black"/>
                </a:solidFill>
              </a:rPr>
              <a:t>Supports file type and filename filters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407CC-DDE8-2A49-C31F-3D9F32D80E64}"/>
              </a:ext>
            </a:extLst>
          </p:cNvPr>
          <p:cNvSpPr txBox="1"/>
          <p:nvPr/>
        </p:nvSpPr>
        <p:spPr>
          <a:xfrm>
            <a:off x="14331271" y="7130913"/>
            <a:ext cx="9321249" cy="3505745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Automated Meeting Summarization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43CE"/>
                </a:solidFill>
                <a:effectLst/>
                <a:uLnTx/>
                <a:uFillTx/>
                <a:ea typeface="+mn-ea"/>
                <a:cs typeface="+mn-cs"/>
              </a:rPr>
              <a:t>RAG pipeline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generates structured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43CE"/>
                </a:solidFill>
                <a:effectLst/>
                <a:uLnTx/>
                <a:uFillTx/>
                <a:ea typeface="+mn-ea"/>
                <a:cs typeface="+mn-cs"/>
              </a:rPr>
              <a:t>summaries</a:t>
            </a:r>
          </a:p>
          <a:p>
            <a:pPr marL="1200438" lvl="1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prstClr val="black"/>
                </a:solidFill>
              </a:rPr>
              <a:t>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opics Covered, </a:t>
            </a:r>
            <a:r>
              <a:rPr lang="en-US" sz="2800">
                <a:solidFill>
                  <a:prstClr val="black"/>
                </a:solidFill>
              </a:rPr>
              <a:t>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ecisions Made, </a:t>
            </a:r>
            <a:r>
              <a:rPr lang="en-US" sz="2800">
                <a:solidFill>
                  <a:prstClr val="black"/>
                </a:solidFill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ction Items, Attendees Listed, Duration</a:t>
            </a:r>
          </a:p>
          <a:p>
            <a:pPr marL="285750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>
                <a:solidFill>
                  <a:prstClr val="black"/>
                </a:solidFill>
              </a:rPr>
              <a:t>Returns </a:t>
            </a:r>
            <a:r>
              <a:rPr lang="en-US" sz="2800">
                <a:solidFill>
                  <a:srgbClr val="0043CE"/>
                </a:solidFill>
              </a:rPr>
              <a:t>summary</a:t>
            </a:r>
            <a:r>
              <a:rPr lang="en-US" sz="2800">
                <a:solidFill>
                  <a:prstClr val="black"/>
                </a:solidFill>
              </a:rPr>
              <a:t> with source chunk references or reference to the </a:t>
            </a:r>
            <a:r>
              <a:rPr lang="en-US" sz="2800">
                <a:solidFill>
                  <a:srgbClr val="0043CE"/>
                </a:solidFill>
              </a:rPr>
              <a:t>TaskTimeTracker</a:t>
            </a:r>
            <a:r>
              <a:rPr lang="en-US" sz="2800">
                <a:solidFill>
                  <a:prstClr val="black"/>
                </a:solidFill>
              </a:rPr>
              <a:t> for auditability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3" name="Graphic 2" descr="Juggler outline">
            <a:extLst>
              <a:ext uri="{FF2B5EF4-FFF2-40B4-BE49-F238E27FC236}">
                <a16:creationId xmlns:a16="http://schemas.microsoft.com/office/drawing/2014/main" id="{1BD99875-9D3B-B7ED-0C3C-CCB949F7E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910" y="2563960"/>
            <a:ext cx="1643136" cy="1643136"/>
          </a:xfrm>
          <a:prstGeom prst="rect">
            <a:avLst/>
          </a:prstGeom>
        </p:spPr>
      </p:pic>
      <p:pic>
        <p:nvPicPr>
          <p:cNvPr id="7" name="Graphic 6" descr="Chat bubble outline">
            <a:extLst>
              <a:ext uri="{FF2B5EF4-FFF2-40B4-BE49-F238E27FC236}">
                <a16:creationId xmlns:a16="http://schemas.microsoft.com/office/drawing/2014/main" id="{42C55A53-E081-EACB-4F60-00E53CB93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910" y="5931892"/>
            <a:ext cx="1581497" cy="1581497"/>
          </a:xfrm>
          <a:prstGeom prst="rect">
            <a:avLst/>
          </a:prstGeom>
        </p:spPr>
      </p:pic>
      <p:pic>
        <p:nvPicPr>
          <p:cNvPr id="16" name="Graphic 15" descr="Artificial Intelligence outline">
            <a:extLst>
              <a:ext uri="{FF2B5EF4-FFF2-40B4-BE49-F238E27FC236}">
                <a16:creationId xmlns:a16="http://schemas.microsoft.com/office/drawing/2014/main" id="{0FF936A6-8D5E-624E-9DB5-E0B52CBB4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089" y="9238185"/>
            <a:ext cx="1581497" cy="1581497"/>
          </a:xfrm>
          <a:prstGeom prst="rect">
            <a:avLst/>
          </a:prstGeom>
        </p:spPr>
      </p:pic>
      <p:pic>
        <p:nvPicPr>
          <p:cNvPr id="22" name="Graphic 21" descr="Postit Notes outline">
            <a:extLst>
              <a:ext uri="{FF2B5EF4-FFF2-40B4-BE49-F238E27FC236}">
                <a16:creationId xmlns:a16="http://schemas.microsoft.com/office/drawing/2014/main" id="{484F6E5C-BB8A-C8BF-1C5D-837AAC7D8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93588" y="7620209"/>
            <a:ext cx="1730979" cy="173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834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0D9E642-BE3C-3E2F-0195-0484157BD3CA}"/>
              </a:ext>
            </a:extLst>
          </p:cNvPr>
          <p:cNvSpPr/>
          <p:nvPr/>
        </p:nvSpPr>
        <p:spPr bwMode="auto">
          <a:xfrm>
            <a:off x="0" y="240632"/>
            <a:ext cx="24387175" cy="119799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4041831D-496D-6D81-0BFC-D48D9E289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14" y="510416"/>
            <a:ext cx="22211670" cy="658428"/>
          </a:xfrm>
        </p:spPr>
        <p:txBody>
          <a:bodyPr/>
          <a:lstStyle/>
          <a:p>
            <a:r>
              <a:rPr lang="en-US" sz="5400" b="1">
                <a:solidFill>
                  <a:schemeClr val="tx1"/>
                </a:solidFill>
              </a:rPr>
              <a:t>One Upload. Seven Things Happen Automatically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82E308-E65D-833F-27FF-A16B56305BD1}"/>
              </a:ext>
            </a:extLst>
          </p:cNvPr>
          <p:cNvSpPr txBox="1"/>
          <p:nvPr/>
        </p:nvSpPr>
        <p:spPr>
          <a:xfrm>
            <a:off x="11407849" y="13135838"/>
            <a:ext cx="12196916" cy="3385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r"/>
            <a:fld id="{86CB4B4D-7CA3-9044-876B-883B54F8677D}" type="slidenum">
              <a:rPr lang="en-US" sz="1600" smtClean="0"/>
              <a:pPr algn="r"/>
              <a:t>7</a:t>
            </a:fld>
            <a:endParaRPr lang="en-US" sz="16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E62D40B-D4DF-726A-8AE3-0BB47165F7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614265"/>
              </p:ext>
            </p:extLst>
          </p:nvPr>
        </p:nvGraphicFramePr>
        <p:xfrm>
          <a:off x="945706" y="1438628"/>
          <a:ext cx="22659059" cy="10838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21998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31">
            <a:extLst>
              <a:ext uri="{FF2B5EF4-FFF2-40B4-BE49-F238E27FC236}">
                <a16:creationId xmlns:a16="http://schemas.microsoft.com/office/drawing/2014/main" id="{E8BF9A64-8CD1-1230-DF9A-7EE74BB7A4DE}"/>
              </a:ext>
            </a:extLst>
          </p:cNvPr>
          <p:cNvSpPr/>
          <p:nvPr/>
        </p:nvSpPr>
        <p:spPr bwMode="auto">
          <a:xfrm>
            <a:off x="0" y="36354"/>
            <a:ext cx="24387175" cy="1170576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6BD6F1C0-90E7-EC35-89AE-29179BE9058F}"/>
              </a:ext>
            </a:extLst>
          </p:cNvPr>
          <p:cNvSpPr/>
          <p:nvPr/>
        </p:nvSpPr>
        <p:spPr bwMode="auto">
          <a:xfrm>
            <a:off x="12385063" y="9322983"/>
            <a:ext cx="6818892" cy="290319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DBB55E4-4DBD-960B-FB5A-25A848B40A62}"/>
              </a:ext>
            </a:extLst>
          </p:cNvPr>
          <p:cNvSpPr txBox="1"/>
          <p:nvPr/>
        </p:nvSpPr>
        <p:spPr>
          <a:xfrm>
            <a:off x="14189733" y="10343162"/>
            <a:ext cx="3217652" cy="619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>
                <a:solidFill>
                  <a:schemeClr val="accent5"/>
                </a:solidFill>
                <a:latin typeface="IBM Plex Sans Condensed" panose="020B0506050203000203" pitchFamily="34" charset="77"/>
                <a:ea typeface="+mj-ea"/>
                <a:cs typeface="+mj-cs"/>
                <a:sym typeface="IBM Plex Sans Light"/>
              </a:rPr>
              <a:t>ttt.py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1A7BA8B-437C-243F-1E08-70C9E592AB00}"/>
              </a:ext>
            </a:extLst>
          </p:cNvPr>
          <p:cNvSpPr/>
          <p:nvPr/>
        </p:nvSpPr>
        <p:spPr bwMode="auto">
          <a:xfrm>
            <a:off x="4951341" y="2227928"/>
            <a:ext cx="6818892" cy="290319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D66819-F7E0-9A42-8BAD-FD45997434A9}"/>
              </a:ext>
            </a:extLst>
          </p:cNvPr>
          <p:cNvSpPr/>
          <p:nvPr/>
        </p:nvSpPr>
        <p:spPr>
          <a:xfrm>
            <a:off x="341522" y="1478294"/>
            <a:ext cx="23487018" cy="10983672"/>
          </a:xfrm>
          <a:prstGeom prst="rect">
            <a:avLst/>
          </a:prstGeom>
          <a:noFill/>
          <a:ln w="25400">
            <a:solidFill>
              <a:schemeClr val="tx2"/>
            </a:solidFill>
            <a:tailEnd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A789F5-7668-7144-AEDF-4242229F719E}"/>
              </a:ext>
            </a:extLst>
          </p:cNvPr>
          <p:cNvCxnSpPr>
            <a:cxnSpLocks/>
          </p:cNvCxnSpPr>
          <p:nvPr/>
        </p:nvCxnSpPr>
        <p:spPr>
          <a:xfrm flipH="1">
            <a:off x="4542401" y="1489165"/>
            <a:ext cx="46184" cy="1097280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AC18B4-507A-6F40-9A3E-C18A00A9C581}"/>
              </a:ext>
            </a:extLst>
          </p:cNvPr>
          <p:cNvCxnSpPr>
            <a:cxnSpLocks/>
          </p:cNvCxnSpPr>
          <p:nvPr/>
        </p:nvCxnSpPr>
        <p:spPr>
          <a:xfrm>
            <a:off x="19432080" y="1489165"/>
            <a:ext cx="27992" cy="1098367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4572B7-237E-9B49-BF9A-659EE8EEC112}"/>
              </a:ext>
            </a:extLst>
          </p:cNvPr>
          <p:cNvGrpSpPr/>
          <p:nvPr/>
        </p:nvGrpSpPr>
        <p:grpSpPr>
          <a:xfrm>
            <a:off x="1432090" y="3995316"/>
            <a:ext cx="1511806" cy="1383772"/>
            <a:chOff x="362632" y="2743200"/>
            <a:chExt cx="510208" cy="69188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02E97D-0BE4-0643-BDF4-2E0D356325E1}"/>
                </a:ext>
              </a:extLst>
            </p:cNvPr>
            <p:cNvGrpSpPr/>
            <p:nvPr/>
          </p:nvGrpSpPr>
          <p:grpSpPr>
            <a:xfrm>
              <a:off x="362632" y="2743200"/>
              <a:ext cx="510208" cy="691886"/>
              <a:chOff x="3824805" y="2931685"/>
              <a:chExt cx="707233" cy="959067"/>
            </a:xfrm>
          </p:grpSpPr>
          <p:sp>
            <p:nvSpPr>
              <p:cNvPr id="18" name="Shape 195">
                <a:extLst>
                  <a:ext uri="{FF2B5EF4-FFF2-40B4-BE49-F238E27FC236}">
                    <a16:creationId xmlns:a16="http://schemas.microsoft.com/office/drawing/2014/main" id="{B5654B9E-B4AC-8043-A147-8718D3DFB458}"/>
                  </a:ext>
                </a:extLst>
              </p:cNvPr>
              <p:cNvSpPr/>
              <p:nvPr/>
            </p:nvSpPr>
            <p:spPr>
              <a:xfrm>
                <a:off x="3824805" y="2931685"/>
                <a:ext cx="707233" cy="7072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C6982C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>
                    <a:solidFill>
                      <a:srgbClr val="FFFFFF"/>
                    </a:solidFill>
                  </a:defRPr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Shape 197">
                <a:extLst>
                  <a:ext uri="{FF2B5EF4-FFF2-40B4-BE49-F238E27FC236}">
                    <a16:creationId xmlns:a16="http://schemas.microsoft.com/office/drawing/2014/main" id="{B7875DF5-0228-034F-B34C-48CF4AD4A187}"/>
                  </a:ext>
                </a:extLst>
              </p:cNvPr>
              <p:cNvSpPr/>
              <p:nvPr/>
            </p:nvSpPr>
            <p:spPr>
              <a:xfrm>
                <a:off x="3847684" y="3634775"/>
                <a:ext cx="676406" cy="25597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sz="800" b="1">
                    <a:solidFill>
                      <a:srgbClr val="4277B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marL="0" marR="0" lvl="0" indent="0" algn="ctr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>
                    <a:solidFill>
                      <a:srgbClr val="000000"/>
                    </a:solidFill>
                  </a:defRPr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IBM Plex Sans" panose="020B0503050203000203" pitchFamily="34" charset="0"/>
                    <a:sym typeface="Helvetica"/>
                  </a:rPr>
                  <a:t>BROWSER</a:t>
                </a: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sym typeface="Helvetica"/>
                </a:endParaRP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AE8442-6E8F-7A46-9EAE-371B4F552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666" y="2853770"/>
              <a:ext cx="323849" cy="284595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B12CD5-4B11-5547-8D66-B8A28E5E69F8}"/>
              </a:ext>
            </a:extLst>
          </p:cNvPr>
          <p:cNvCxnSpPr>
            <a:cxnSpLocks/>
          </p:cNvCxnSpPr>
          <p:nvPr/>
        </p:nvCxnSpPr>
        <p:spPr>
          <a:xfrm flipV="1">
            <a:off x="2197362" y="5835842"/>
            <a:ext cx="0" cy="147906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5391030-FA2F-714F-A78E-EDC62CBC8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737" y="7915259"/>
            <a:ext cx="413678" cy="565362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58D596-DE1E-BC41-A8BF-6B95FA8378B0}"/>
              </a:ext>
            </a:extLst>
          </p:cNvPr>
          <p:cNvGrpSpPr/>
          <p:nvPr/>
        </p:nvGrpSpPr>
        <p:grpSpPr>
          <a:xfrm>
            <a:off x="1570720" y="7793164"/>
            <a:ext cx="1197446" cy="3139078"/>
            <a:chOff x="854209" y="3909795"/>
            <a:chExt cx="542122" cy="156953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D612098-0A8D-7743-8DF7-2BE9948189A2}"/>
                </a:ext>
              </a:extLst>
            </p:cNvPr>
            <p:cNvGrpSpPr/>
            <p:nvPr/>
          </p:nvGrpSpPr>
          <p:grpSpPr>
            <a:xfrm>
              <a:off x="941883" y="3909795"/>
              <a:ext cx="389434" cy="566363"/>
              <a:chOff x="3824805" y="2931685"/>
              <a:chExt cx="717341" cy="1043245"/>
            </a:xfrm>
          </p:grpSpPr>
          <p:sp>
            <p:nvSpPr>
              <p:cNvPr id="12" name="Shape 195">
                <a:extLst>
                  <a:ext uri="{FF2B5EF4-FFF2-40B4-BE49-F238E27FC236}">
                    <a16:creationId xmlns:a16="http://schemas.microsoft.com/office/drawing/2014/main" id="{883FA05E-5142-8D46-B37D-1628F98E856B}"/>
                  </a:ext>
                </a:extLst>
              </p:cNvPr>
              <p:cNvSpPr/>
              <p:nvPr/>
            </p:nvSpPr>
            <p:spPr>
              <a:xfrm>
                <a:off x="3824805" y="2931685"/>
                <a:ext cx="707233" cy="7072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>
                    <a:solidFill>
                      <a:srgbClr val="FFFFFF"/>
                    </a:solidFill>
                  </a:defRPr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Shape 197">
                <a:extLst>
                  <a:ext uri="{FF2B5EF4-FFF2-40B4-BE49-F238E27FC236}">
                    <a16:creationId xmlns:a16="http://schemas.microsoft.com/office/drawing/2014/main" id="{F3ED6CDE-160B-474C-A74A-FAA129D37AB9}"/>
                  </a:ext>
                </a:extLst>
              </p:cNvPr>
              <p:cNvSpPr/>
              <p:nvPr/>
            </p:nvSpPr>
            <p:spPr>
              <a:xfrm>
                <a:off x="3829631" y="3634774"/>
                <a:ext cx="712515" cy="34015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sz="800" b="1">
                    <a:solidFill>
                      <a:srgbClr val="4277B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marL="0" marR="0" lvl="0" indent="0" algn="ctr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>
                    <a:solidFill>
                      <a:srgbClr val="000000"/>
                    </a:solidFill>
                  </a:defRPr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IBM Plex Sans" panose="020B0503050203000203" pitchFamily="34" charset="0"/>
                    <a:sym typeface="Helvetica"/>
                  </a:rPr>
                  <a:t>IBMer</a:t>
                </a: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sym typeface="Helvetica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0D94620-6CD5-DB4B-8FBC-6C4754EA4656}"/>
                </a:ext>
              </a:extLst>
            </p:cNvPr>
            <p:cNvGrpSpPr/>
            <p:nvPr/>
          </p:nvGrpSpPr>
          <p:grpSpPr>
            <a:xfrm>
              <a:off x="854209" y="4912971"/>
              <a:ext cx="542122" cy="566363"/>
              <a:chOff x="3686595" y="2931685"/>
              <a:chExt cx="998595" cy="1043245"/>
            </a:xfrm>
          </p:grpSpPr>
          <p:sp>
            <p:nvSpPr>
              <p:cNvPr id="35" name="Shape 195">
                <a:extLst>
                  <a:ext uri="{FF2B5EF4-FFF2-40B4-BE49-F238E27FC236}">
                    <a16:creationId xmlns:a16="http://schemas.microsoft.com/office/drawing/2014/main" id="{31E082E8-3807-4C4F-AD7F-F233FC53C1D7}"/>
                  </a:ext>
                </a:extLst>
              </p:cNvPr>
              <p:cNvSpPr/>
              <p:nvPr/>
            </p:nvSpPr>
            <p:spPr>
              <a:xfrm>
                <a:off x="3824805" y="2931685"/>
                <a:ext cx="707233" cy="7072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>
                    <a:solidFill>
                      <a:srgbClr val="FFFFFF"/>
                    </a:solidFill>
                  </a:defRPr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BM Plex Sans" panose="020B050305020300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6" name="Shape 197">
                <a:extLst>
                  <a:ext uri="{FF2B5EF4-FFF2-40B4-BE49-F238E27FC236}">
                    <a16:creationId xmlns:a16="http://schemas.microsoft.com/office/drawing/2014/main" id="{C80E05BD-F684-724D-A2BC-4B6695F634BC}"/>
                  </a:ext>
                </a:extLst>
              </p:cNvPr>
              <p:cNvSpPr/>
              <p:nvPr/>
            </p:nvSpPr>
            <p:spPr>
              <a:xfrm>
                <a:off x="3686595" y="3634774"/>
                <a:ext cx="998595" cy="34015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defRPr sz="800" b="1">
                    <a:solidFill>
                      <a:srgbClr val="4277B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marL="0" marR="0" lvl="0" indent="0" algn="ctr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>
                    <a:solidFill>
                      <a:srgbClr val="000000"/>
                    </a:solidFill>
                  </a:defRPr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IBM Plex Sans" panose="020B0503050203000203" pitchFamily="34" charset="0"/>
                    <a:sym typeface="Helvetica"/>
                  </a:rPr>
                  <a:t>Manager</a:t>
                </a: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 panose="020B0503050203000203" pitchFamily="34" charset="0"/>
                  <a:sym typeface="Helvetica"/>
                </a:endParaRPr>
              </a:p>
            </p:txBody>
          </p: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F5DA2E38-E9D4-DB43-A9D4-06F80270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111" y="9921610"/>
            <a:ext cx="413678" cy="56536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82B815D9-BD02-D141-A459-A1017BFF72B8}"/>
              </a:ext>
            </a:extLst>
          </p:cNvPr>
          <p:cNvSpPr txBox="1"/>
          <p:nvPr/>
        </p:nvSpPr>
        <p:spPr>
          <a:xfrm>
            <a:off x="1556692" y="1608448"/>
            <a:ext cx="1279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Users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73B6AF-6692-B747-8345-F5DDD4E16C62}"/>
              </a:ext>
            </a:extLst>
          </p:cNvPr>
          <p:cNvSpPr txBox="1"/>
          <p:nvPr/>
        </p:nvSpPr>
        <p:spPr>
          <a:xfrm>
            <a:off x="19959927" y="1608448"/>
            <a:ext cx="3334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Data &amp; AI Layer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32A758-797D-1D4F-AD7B-65B7DB857AE5}"/>
              </a:ext>
            </a:extLst>
          </p:cNvPr>
          <p:cNvSpPr txBox="1"/>
          <p:nvPr/>
        </p:nvSpPr>
        <p:spPr>
          <a:xfrm>
            <a:off x="6471855" y="1573153"/>
            <a:ext cx="3762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Knowledge Engine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7640A2-7571-5A4B-8864-E8C0F15535BF}"/>
              </a:ext>
            </a:extLst>
          </p:cNvPr>
          <p:cNvSpPr txBox="1"/>
          <p:nvPr/>
        </p:nvSpPr>
        <p:spPr>
          <a:xfrm>
            <a:off x="2787532" y="2298651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Https</a:t>
            </a:r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AEACAED4-F37A-C043-83E6-D7332BAD31C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7677" y="2174179"/>
            <a:ext cx="1105452" cy="2267904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5" name="Picture 304">
            <a:extLst>
              <a:ext uri="{FF2B5EF4-FFF2-40B4-BE49-F238E27FC236}">
                <a16:creationId xmlns:a16="http://schemas.microsoft.com/office/drawing/2014/main" id="{BC79902A-F1F9-794B-8ECE-8D109930A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109" y="7821998"/>
            <a:ext cx="413678" cy="565360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EF804BE9-A54B-3185-05A1-B20BC4CF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76" y="323873"/>
            <a:ext cx="11106373" cy="672434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IBM WorkTrace – 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546B8-F5B1-C3D9-56EE-CECF8321A362}"/>
              </a:ext>
            </a:extLst>
          </p:cNvPr>
          <p:cNvSpPr txBox="1"/>
          <p:nvPr/>
        </p:nvSpPr>
        <p:spPr>
          <a:xfrm>
            <a:off x="11407849" y="13135838"/>
            <a:ext cx="12196916" cy="3385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r"/>
            <a:fld id="{86CB4B4D-7CA3-9044-876B-883B54F8677D}" type="slidenum">
              <a:rPr lang="en-US" sz="1600" smtClean="0"/>
              <a:pPr algn="r"/>
              <a:t>8</a:t>
            </a:fld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E1B705-9A40-ECD0-8BB1-D890D31F8EF3}"/>
              </a:ext>
            </a:extLst>
          </p:cNvPr>
          <p:cNvSpPr txBox="1"/>
          <p:nvPr/>
        </p:nvSpPr>
        <p:spPr>
          <a:xfrm>
            <a:off x="8856877" y="536713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793293-0C74-1823-48E7-51D18B9B624A}"/>
              </a:ext>
            </a:extLst>
          </p:cNvPr>
          <p:cNvSpPr txBox="1"/>
          <p:nvPr/>
        </p:nvSpPr>
        <p:spPr>
          <a:xfrm>
            <a:off x="5132233" y="5654591"/>
            <a:ext cx="4472608" cy="79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b="1" kern="0">
                <a:solidFill>
                  <a:schemeClr val="bg1"/>
                </a:solidFill>
                <a:latin typeface="IBM Plex Sans Condensed" panose="020B0506050203000203" pitchFamily="34" charset="77"/>
                <a:ea typeface="+mj-ea"/>
                <a:cs typeface="+mj-cs"/>
                <a:sym typeface="IBM Plex Sans Light"/>
              </a:rPr>
              <a:t>FastAPI Backend</a:t>
            </a:r>
            <a:endParaRPr lang="en-US" b="1" kern="0" dirty="0">
              <a:solidFill>
                <a:schemeClr val="bg1"/>
              </a:solidFill>
              <a:latin typeface="IBM Plex Sans Condensed" panose="020B0506050203000203" pitchFamily="34" charset="77"/>
              <a:ea typeface="+mj-ea"/>
              <a:cs typeface="+mj-cs"/>
              <a:sym typeface="IBM Plex Sans Light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450F4C6-F511-2DED-B28E-99B5384C1615}"/>
              </a:ext>
            </a:extLst>
          </p:cNvPr>
          <p:cNvCxnSpPr>
            <a:cxnSpLocks/>
          </p:cNvCxnSpPr>
          <p:nvPr/>
        </p:nvCxnSpPr>
        <p:spPr>
          <a:xfrm>
            <a:off x="12049956" y="1467423"/>
            <a:ext cx="27992" cy="1098367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1C5DC07-2075-92F8-C1A8-7A183FA1614B}"/>
              </a:ext>
            </a:extLst>
          </p:cNvPr>
          <p:cNvSpPr txBox="1"/>
          <p:nvPr/>
        </p:nvSpPr>
        <p:spPr>
          <a:xfrm>
            <a:off x="13943782" y="1573153"/>
            <a:ext cx="3735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Task Time Tracker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A02FFB-1C58-E115-B377-DADA126CCF1A}"/>
              </a:ext>
            </a:extLst>
          </p:cNvPr>
          <p:cNvSpPr txBox="1"/>
          <p:nvPr/>
        </p:nvSpPr>
        <p:spPr>
          <a:xfrm>
            <a:off x="6756011" y="3248107"/>
            <a:ext cx="3217652" cy="619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>
                <a:solidFill>
                  <a:schemeClr val="accent1">
                    <a:lumMod val="60000"/>
                    <a:lumOff val="40000"/>
                  </a:schemeClr>
                </a:solidFill>
                <a:latin typeface="IBM Plex Sans Condensed" panose="020B0506050203000203" pitchFamily="34" charset="77"/>
                <a:ea typeface="+mj-ea"/>
                <a:cs typeface="+mj-cs"/>
                <a:sym typeface="IBM Plex Sans Light"/>
              </a:rPr>
              <a:t>React + Vite UI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197478-146F-2292-18CF-EEBEB607DB58}"/>
              </a:ext>
            </a:extLst>
          </p:cNvPr>
          <p:cNvSpPr txBox="1"/>
          <p:nvPr/>
        </p:nvSpPr>
        <p:spPr>
          <a:xfrm>
            <a:off x="5339286" y="4081103"/>
            <a:ext cx="103652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Chat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A93A13-79C0-817D-89B3-3D1FCDC2C876}"/>
              </a:ext>
            </a:extLst>
          </p:cNvPr>
          <p:cNvSpPr txBox="1"/>
          <p:nvPr/>
        </p:nvSpPr>
        <p:spPr>
          <a:xfrm>
            <a:off x="6464590" y="4081103"/>
            <a:ext cx="148297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Upload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BD2030-C4C0-E419-93FF-C2E0CE4EDC2F}"/>
              </a:ext>
            </a:extLst>
          </p:cNvPr>
          <p:cNvSpPr txBox="1"/>
          <p:nvPr/>
        </p:nvSpPr>
        <p:spPr>
          <a:xfrm>
            <a:off x="8064039" y="4081104"/>
            <a:ext cx="148297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Search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DD64B6-ECF9-5E0A-4980-3194337AF06E}"/>
              </a:ext>
            </a:extLst>
          </p:cNvPr>
          <p:cNvSpPr txBox="1"/>
          <p:nvPr/>
        </p:nvSpPr>
        <p:spPr>
          <a:xfrm>
            <a:off x="9604605" y="4084887"/>
            <a:ext cx="236682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Summarize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84" name="Graphic 83" descr="Atom outline">
            <a:extLst>
              <a:ext uri="{FF2B5EF4-FFF2-40B4-BE49-F238E27FC236}">
                <a16:creationId xmlns:a16="http://schemas.microsoft.com/office/drawing/2014/main" id="{D39A28CF-2071-2D31-D2EB-27FFF1117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6613" y="2378859"/>
            <a:ext cx="914400" cy="914400"/>
          </a:xfrm>
          <a:prstGeom prst="rect">
            <a:avLst/>
          </a:prstGeom>
        </p:spPr>
      </p:pic>
      <p:sp>
        <p:nvSpPr>
          <p:cNvPr id="94" name="Oval 93">
            <a:extLst>
              <a:ext uri="{FF2B5EF4-FFF2-40B4-BE49-F238E27FC236}">
                <a16:creationId xmlns:a16="http://schemas.microsoft.com/office/drawing/2014/main" id="{589A01A7-25BA-08D6-9056-2A14217B43AD}"/>
              </a:ext>
            </a:extLst>
          </p:cNvPr>
          <p:cNvSpPr/>
          <p:nvPr/>
        </p:nvSpPr>
        <p:spPr bwMode="auto">
          <a:xfrm flipV="1">
            <a:off x="6194835" y="4255580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FBC625B-D65E-AD79-422C-7BDEF58D4215}"/>
              </a:ext>
            </a:extLst>
          </p:cNvPr>
          <p:cNvSpPr/>
          <p:nvPr/>
        </p:nvSpPr>
        <p:spPr bwMode="auto">
          <a:xfrm flipV="1">
            <a:off x="7808398" y="4252109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A54E295-C587-34DA-1995-07CEEBF06270}"/>
              </a:ext>
            </a:extLst>
          </p:cNvPr>
          <p:cNvSpPr/>
          <p:nvPr/>
        </p:nvSpPr>
        <p:spPr bwMode="auto">
          <a:xfrm flipV="1">
            <a:off x="9338466" y="4252109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C8C22A41-4576-F7A7-A3B7-695801D4BD9F}"/>
              </a:ext>
            </a:extLst>
          </p:cNvPr>
          <p:cNvSpPr/>
          <p:nvPr/>
        </p:nvSpPr>
        <p:spPr bwMode="auto">
          <a:xfrm>
            <a:off x="4900542" y="5760219"/>
            <a:ext cx="6818892" cy="2903195"/>
          </a:xfrm>
          <a:prstGeom prst="roundRect">
            <a:avLst/>
          </a:prstGeom>
          <a:noFill/>
          <a:ln w="38100">
            <a:solidFill>
              <a:srgbClr val="FFC00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6FDC8C"/>
              </a:solidFill>
              <a:effectLst/>
              <a:latin typeface="+mn-lt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9FD36EA-A7E4-2CAF-A310-860473C10F1D}"/>
              </a:ext>
            </a:extLst>
          </p:cNvPr>
          <p:cNvSpPr txBox="1"/>
          <p:nvPr/>
        </p:nvSpPr>
        <p:spPr>
          <a:xfrm>
            <a:off x="6739078" y="6810878"/>
            <a:ext cx="3217652" cy="619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>
                <a:solidFill>
                  <a:srgbClr val="F1C21B"/>
                </a:solidFill>
                <a:latin typeface="IBM Plex Sans Condensed" panose="020B0506050203000203" pitchFamily="34" charset="77"/>
                <a:ea typeface="+mj-ea"/>
                <a:cs typeface="+mj-cs"/>
                <a:sym typeface="IBM Plex Sans Light"/>
              </a:rPr>
              <a:t>FastAPI Backend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8BE0A8B-F6C2-7DAB-5B35-5939FCD91BC0}"/>
              </a:ext>
            </a:extLst>
          </p:cNvPr>
          <p:cNvSpPr txBox="1"/>
          <p:nvPr/>
        </p:nvSpPr>
        <p:spPr>
          <a:xfrm>
            <a:off x="5052497" y="7613394"/>
            <a:ext cx="761710" cy="480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RAG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FBF7D7-9FC6-EC13-43B2-7494E9CD683E}"/>
              </a:ext>
            </a:extLst>
          </p:cNvPr>
          <p:cNvSpPr txBox="1"/>
          <p:nvPr/>
        </p:nvSpPr>
        <p:spPr>
          <a:xfrm>
            <a:off x="5937681" y="7613394"/>
            <a:ext cx="148297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Chunking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EF01429-1E26-9509-063E-56C4B2257AE6}"/>
              </a:ext>
            </a:extLst>
          </p:cNvPr>
          <p:cNvSpPr txBox="1"/>
          <p:nvPr/>
        </p:nvSpPr>
        <p:spPr>
          <a:xfrm>
            <a:off x="7623495" y="7624945"/>
            <a:ext cx="1809164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Embedding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9B7FE6-E4F5-A6A3-9969-C6661BEE14BD}"/>
              </a:ext>
            </a:extLst>
          </p:cNvPr>
          <p:cNvSpPr txBox="1"/>
          <p:nvPr/>
        </p:nvSpPr>
        <p:spPr>
          <a:xfrm>
            <a:off x="9635503" y="7639269"/>
            <a:ext cx="1965946" cy="476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LLM Routing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5C2CDA47-816F-B53B-4F41-08781094796F}"/>
              </a:ext>
            </a:extLst>
          </p:cNvPr>
          <p:cNvSpPr/>
          <p:nvPr/>
        </p:nvSpPr>
        <p:spPr bwMode="auto">
          <a:xfrm flipV="1">
            <a:off x="5803226" y="7787871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1F0A680-2F2E-7AD8-A57C-6C77C33E190C}"/>
              </a:ext>
            </a:extLst>
          </p:cNvPr>
          <p:cNvSpPr/>
          <p:nvPr/>
        </p:nvSpPr>
        <p:spPr bwMode="auto">
          <a:xfrm flipV="1">
            <a:off x="7449501" y="7784400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AA542B0-EBF3-5F7F-8ED1-44C57D9C694F}"/>
              </a:ext>
            </a:extLst>
          </p:cNvPr>
          <p:cNvSpPr/>
          <p:nvPr/>
        </p:nvSpPr>
        <p:spPr bwMode="auto">
          <a:xfrm flipV="1">
            <a:off x="9462779" y="7784400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7A037495-4FE7-4122-D5D0-2776D5FD8EB3}"/>
              </a:ext>
            </a:extLst>
          </p:cNvPr>
          <p:cNvSpPr/>
          <p:nvPr/>
        </p:nvSpPr>
        <p:spPr bwMode="auto">
          <a:xfrm>
            <a:off x="4842094" y="9326377"/>
            <a:ext cx="6818892" cy="290319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DCC8575-EFF0-5FC3-1616-658E16AAD30D}"/>
              </a:ext>
            </a:extLst>
          </p:cNvPr>
          <p:cNvSpPr txBox="1"/>
          <p:nvPr/>
        </p:nvSpPr>
        <p:spPr>
          <a:xfrm>
            <a:off x="6722145" y="10392276"/>
            <a:ext cx="3217652" cy="619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>
                <a:solidFill>
                  <a:schemeClr val="tx1">
                    <a:lumMod val="50000"/>
                    <a:lumOff val="50000"/>
                  </a:schemeClr>
                </a:solidFill>
                <a:latin typeface="IBM Plex Sans Condensed" panose="020B0506050203000203" pitchFamily="34" charset="77"/>
                <a:ea typeface="+mj-ea"/>
                <a:cs typeface="+mj-cs"/>
                <a:sym typeface="IBM Plex Sans Light"/>
              </a:rPr>
              <a:t>pusher.py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E72182F-94E1-1A87-65E0-933579A4A869}"/>
              </a:ext>
            </a:extLst>
          </p:cNvPr>
          <p:cNvSpPr txBox="1"/>
          <p:nvPr/>
        </p:nvSpPr>
        <p:spPr>
          <a:xfrm>
            <a:off x="6019776" y="11071903"/>
            <a:ext cx="4420341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Writes time_entry after meeting summarization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86" name="Graphic 85" descr="Snake outline">
            <a:extLst>
              <a:ext uri="{FF2B5EF4-FFF2-40B4-BE49-F238E27FC236}">
                <a16:creationId xmlns:a16="http://schemas.microsoft.com/office/drawing/2014/main" id="{999CD66B-6CED-3427-CA48-EA896A73C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9680" y="5892925"/>
            <a:ext cx="914400" cy="914400"/>
          </a:xfrm>
          <a:prstGeom prst="rect">
            <a:avLst/>
          </a:prstGeom>
        </p:spPr>
      </p:pic>
      <p:pic>
        <p:nvPicPr>
          <p:cNvPr id="88" name="Graphic 87" descr="Link outline">
            <a:extLst>
              <a:ext uri="{FF2B5EF4-FFF2-40B4-BE49-F238E27FC236}">
                <a16:creationId xmlns:a16="http://schemas.microsoft.com/office/drawing/2014/main" id="{406F7CB7-D8EB-AF23-4FB7-7CA55A16A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746" y="9492314"/>
            <a:ext cx="914400" cy="914400"/>
          </a:xfrm>
          <a:prstGeom prst="rect">
            <a:avLst/>
          </a:prstGeom>
        </p:spPr>
      </p:pic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05621903-B6B7-843C-5161-1078D1509303}"/>
              </a:ext>
            </a:extLst>
          </p:cNvPr>
          <p:cNvSpPr/>
          <p:nvPr/>
        </p:nvSpPr>
        <p:spPr bwMode="auto">
          <a:xfrm>
            <a:off x="12401995" y="2227931"/>
            <a:ext cx="6818892" cy="290319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DAA3E66-F8D8-EA4D-B1E8-9C03B3D668DA}"/>
              </a:ext>
            </a:extLst>
          </p:cNvPr>
          <p:cNvSpPr txBox="1"/>
          <p:nvPr/>
        </p:nvSpPr>
        <p:spPr>
          <a:xfrm>
            <a:off x="14206665" y="3248110"/>
            <a:ext cx="3217652" cy="619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>
                <a:solidFill>
                  <a:schemeClr val="accent4">
                    <a:lumMod val="75000"/>
                  </a:schemeClr>
                </a:solidFill>
                <a:latin typeface="IBM Plex Sans Condensed" panose="020B0506050203000203" pitchFamily="34" charset="77"/>
                <a:ea typeface="+mj-ea"/>
                <a:cs typeface="+mj-cs"/>
                <a:sym typeface="IBM Plex Sans Light"/>
              </a:rPr>
              <a:t>Vanilla JS UI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D24F984-08EF-F4EB-55BF-6DE2D4CB4333}"/>
              </a:ext>
            </a:extLst>
          </p:cNvPr>
          <p:cNvSpPr txBox="1"/>
          <p:nvPr/>
        </p:nvSpPr>
        <p:spPr>
          <a:xfrm>
            <a:off x="12569805" y="4081106"/>
            <a:ext cx="1822325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Dashboard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E97F2B0-64DC-38AE-A54C-BEEB8A916893}"/>
              </a:ext>
            </a:extLst>
          </p:cNvPr>
          <p:cNvSpPr txBox="1"/>
          <p:nvPr/>
        </p:nvSpPr>
        <p:spPr>
          <a:xfrm>
            <a:off x="14711106" y="4081106"/>
            <a:ext cx="148297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Entries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796CAE3-946D-0894-FAF1-ACF6CD212920}"/>
              </a:ext>
            </a:extLst>
          </p:cNvPr>
          <p:cNvSpPr txBox="1"/>
          <p:nvPr/>
        </p:nvSpPr>
        <p:spPr>
          <a:xfrm>
            <a:off x="16175091" y="4081107"/>
            <a:ext cx="148297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Imports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E271FA6-D106-AD2A-C8D4-0DF49CE91F8F}"/>
              </a:ext>
            </a:extLst>
          </p:cNvPr>
          <p:cNvSpPr txBox="1"/>
          <p:nvPr/>
        </p:nvSpPr>
        <p:spPr>
          <a:xfrm>
            <a:off x="17783389" y="4084890"/>
            <a:ext cx="1380483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Reports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90F5FF3-D108-296E-D6A7-2A73F1DABF84}"/>
              </a:ext>
            </a:extLst>
          </p:cNvPr>
          <p:cNvSpPr/>
          <p:nvPr/>
        </p:nvSpPr>
        <p:spPr bwMode="auto">
          <a:xfrm flipV="1">
            <a:off x="14458286" y="4255583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36949C1D-E096-D4C4-AECC-C48D11BCBCC8}"/>
              </a:ext>
            </a:extLst>
          </p:cNvPr>
          <p:cNvSpPr/>
          <p:nvPr/>
        </p:nvSpPr>
        <p:spPr bwMode="auto">
          <a:xfrm flipV="1">
            <a:off x="15919450" y="4252112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D9CB8A0E-814A-17EF-FDCB-646B1C435C43}"/>
              </a:ext>
            </a:extLst>
          </p:cNvPr>
          <p:cNvSpPr/>
          <p:nvPr/>
        </p:nvSpPr>
        <p:spPr bwMode="auto">
          <a:xfrm flipV="1">
            <a:off x="17551116" y="4252112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146" name="Graphic 145" descr="Bar chart outline">
            <a:extLst>
              <a:ext uri="{FF2B5EF4-FFF2-40B4-BE49-F238E27FC236}">
                <a16:creationId xmlns:a16="http://schemas.microsoft.com/office/drawing/2014/main" id="{930C4636-53B9-268E-B4E9-1A363374D1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02775" y="9451490"/>
            <a:ext cx="914400" cy="914400"/>
          </a:xfrm>
          <a:prstGeom prst="rect">
            <a:avLst/>
          </a:prstGeom>
        </p:spPr>
      </p:pic>
      <p:pic>
        <p:nvPicPr>
          <p:cNvPr id="151" name="Graphic 150" descr="Document outline">
            <a:extLst>
              <a:ext uri="{FF2B5EF4-FFF2-40B4-BE49-F238E27FC236}">
                <a16:creationId xmlns:a16="http://schemas.microsoft.com/office/drawing/2014/main" id="{79E57C70-21AF-B4EA-B05C-B5CE801A26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324531" y="2284678"/>
            <a:ext cx="972488" cy="972488"/>
          </a:xfrm>
          <a:prstGeom prst="rect">
            <a:avLst/>
          </a:prstGeom>
        </p:spPr>
      </p:pic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ED2F37C8-1630-222F-8C23-085F4398C744}"/>
              </a:ext>
            </a:extLst>
          </p:cNvPr>
          <p:cNvSpPr/>
          <p:nvPr/>
        </p:nvSpPr>
        <p:spPr bwMode="auto">
          <a:xfrm>
            <a:off x="12351197" y="5750059"/>
            <a:ext cx="6818892" cy="290319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730EEDD-B5F5-025E-313C-265EFEBB980D}"/>
              </a:ext>
            </a:extLst>
          </p:cNvPr>
          <p:cNvSpPr txBox="1"/>
          <p:nvPr/>
        </p:nvSpPr>
        <p:spPr>
          <a:xfrm>
            <a:off x="14155867" y="6770238"/>
            <a:ext cx="3217652" cy="619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>
                <a:solidFill>
                  <a:srgbClr val="00B050"/>
                </a:solidFill>
                <a:latin typeface="IBM Plex Sans Condensed" panose="020B0506050203000203" pitchFamily="34" charset="77"/>
                <a:ea typeface="+mj-ea"/>
                <a:cs typeface="+mj-cs"/>
                <a:sym typeface="IBM Plex Sans Light"/>
              </a:rPr>
              <a:t>Express.js API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4C5AF70-1B2D-B657-B6AA-54A727798C44}"/>
              </a:ext>
            </a:extLst>
          </p:cNvPr>
          <p:cNvSpPr txBox="1"/>
          <p:nvPr/>
        </p:nvSpPr>
        <p:spPr>
          <a:xfrm>
            <a:off x="15099999" y="7638099"/>
            <a:ext cx="1568979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Time allocation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F3748CE-C711-2A3F-4211-13A172D5CF5B}"/>
              </a:ext>
            </a:extLst>
          </p:cNvPr>
          <p:cNvSpPr txBox="1"/>
          <p:nvPr/>
        </p:nvSpPr>
        <p:spPr>
          <a:xfrm>
            <a:off x="12544881" y="7656202"/>
            <a:ext cx="2141300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Classification Engine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AF0BCE3-C661-1367-FD7D-5757B2932043}"/>
              </a:ext>
            </a:extLst>
          </p:cNvPr>
          <p:cNvSpPr txBox="1"/>
          <p:nvPr/>
        </p:nvSpPr>
        <p:spPr>
          <a:xfrm>
            <a:off x="16700025" y="7603235"/>
            <a:ext cx="2345865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CSV/ICS Import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F709B47B-8177-FE29-9C34-E84001F4D743}"/>
              </a:ext>
            </a:extLst>
          </p:cNvPr>
          <p:cNvSpPr/>
          <p:nvPr/>
        </p:nvSpPr>
        <p:spPr bwMode="auto">
          <a:xfrm flipV="1">
            <a:off x="14966284" y="7777711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CF1D173-5DD6-5BE2-6410-F0130DA9893D}"/>
              </a:ext>
            </a:extLst>
          </p:cNvPr>
          <p:cNvSpPr/>
          <p:nvPr/>
        </p:nvSpPr>
        <p:spPr bwMode="auto">
          <a:xfrm flipV="1">
            <a:off x="16715317" y="7774240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28A20C2B-9CC2-F9F0-9F71-4672CEC10943}"/>
              </a:ext>
            </a:extLst>
          </p:cNvPr>
          <p:cNvSpPr/>
          <p:nvPr/>
        </p:nvSpPr>
        <p:spPr bwMode="auto">
          <a:xfrm>
            <a:off x="15378727" y="5940462"/>
            <a:ext cx="850560" cy="850560"/>
          </a:xfrm>
          <a:prstGeom prst="ellipse">
            <a:avLst/>
          </a:prstGeom>
          <a:solidFill>
            <a:srgbClr val="00B050"/>
          </a:solidFill>
          <a:ln w="1905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880BCA6-F506-2BFD-1676-E6026C6D5974}"/>
              </a:ext>
            </a:extLst>
          </p:cNvPr>
          <p:cNvSpPr txBox="1"/>
          <p:nvPr/>
        </p:nvSpPr>
        <p:spPr>
          <a:xfrm>
            <a:off x="12762909" y="11073318"/>
            <a:ext cx="6063199" cy="6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8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Pulls time-entry data into KB chat context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79" name="Down Arrow 178">
            <a:extLst>
              <a:ext uri="{FF2B5EF4-FFF2-40B4-BE49-F238E27FC236}">
                <a16:creationId xmlns:a16="http://schemas.microsoft.com/office/drawing/2014/main" id="{F1DC362C-B1D4-B0BE-D481-D1B0CEEA7B9A}"/>
              </a:ext>
            </a:extLst>
          </p:cNvPr>
          <p:cNvSpPr/>
          <p:nvPr/>
        </p:nvSpPr>
        <p:spPr bwMode="auto">
          <a:xfrm>
            <a:off x="8093167" y="5221906"/>
            <a:ext cx="480786" cy="448082"/>
          </a:xfrm>
          <a:prstGeom prst="downArrow">
            <a:avLst/>
          </a:prstGeom>
          <a:solidFill>
            <a:schemeClr val="tx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80" name="Down Arrow 179">
            <a:extLst>
              <a:ext uri="{FF2B5EF4-FFF2-40B4-BE49-F238E27FC236}">
                <a16:creationId xmlns:a16="http://schemas.microsoft.com/office/drawing/2014/main" id="{CB30AAD3-A13F-1D22-546B-A18CB77E62B1}"/>
              </a:ext>
            </a:extLst>
          </p:cNvPr>
          <p:cNvSpPr/>
          <p:nvPr/>
        </p:nvSpPr>
        <p:spPr bwMode="auto">
          <a:xfrm>
            <a:off x="15563614" y="5215464"/>
            <a:ext cx="480786" cy="448082"/>
          </a:xfrm>
          <a:prstGeom prst="downArrow">
            <a:avLst/>
          </a:prstGeom>
          <a:solidFill>
            <a:schemeClr val="tx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81" name="Down Arrow 180">
            <a:extLst>
              <a:ext uri="{FF2B5EF4-FFF2-40B4-BE49-F238E27FC236}">
                <a16:creationId xmlns:a16="http://schemas.microsoft.com/office/drawing/2014/main" id="{EE7E334F-27B4-85C8-4ADF-1737367F0D97}"/>
              </a:ext>
            </a:extLst>
          </p:cNvPr>
          <p:cNvSpPr/>
          <p:nvPr/>
        </p:nvSpPr>
        <p:spPr bwMode="auto">
          <a:xfrm>
            <a:off x="8107511" y="8776309"/>
            <a:ext cx="480786" cy="448082"/>
          </a:xfrm>
          <a:prstGeom prst="downArrow">
            <a:avLst/>
          </a:prstGeom>
          <a:solidFill>
            <a:schemeClr val="tx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82" name="Down Arrow 181">
            <a:extLst>
              <a:ext uri="{FF2B5EF4-FFF2-40B4-BE49-F238E27FC236}">
                <a16:creationId xmlns:a16="http://schemas.microsoft.com/office/drawing/2014/main" id="{306A651E-6E15-4A83-C453-5F6AE1215B54}"/>
              </a:ext>
            </a:extLst>
          </p:cNvPr>
          <p:cNvSpPr/>
          <p:nvPr/>
        </p:nvSpPr>
        <p:spPr bwMode="auto">
          <a:xfrm>
            <a:off x="15519582" y="8788739"/>
            <a:ext cx="480786" cy="448082"/>
          </a:xfrm>
          <a:prstGeom prst="downArrow">
            <a:avLst/>
          </a:prstGeom>
          <a:solidFill>
            <a:schemeClr val="tx1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185" name="Graphic 184" descr="Database outline">
            <a:extLst>
              <a:ext uri="{FF2B5EF4-FFF2-40B4-BE49-F238E27FC236}">
                <a16:creationId xmlns:a16="http://schemas.microsoft.com/office/drawing/2014/main" id="{37017718-CD3E-2D8F-84AF-6BEA23E2E9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968608" y="4618521"/>
            <a:ext cx="1331813" cy="1331813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4E53AF92-3D7C-2BDE-5654-16030BB654B2}"/>
              </a:ext>
            </a:extLst>
          </p:cNvPr>
          <p:cNvSpPr txBox="1"/>
          <p:nvPr/>
        </p:nvSpPr>
        <p:spPr>
          <a:xfrm>
            <a:off x="20176879" y="3062337"/>
            <a:ext cx="2955383" cy="38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3200" kern="0">
                <a:solidFill>
                  <a:schemeClr val="accent2"/>
                </a:solidFill>
                <a:ea typeface="+mj-ea"/>
                <a:cs typeface="+mj-cs"/>
                <a:sym typeface="IBM Plex Sans Light"/>
              </a:rPr>
              <a:t>Vector Store</a:t>
            </a:r>
            <a:endParaRPr lang="en-US" sz="3200" kern="0" dirty="0">
              <a:solidFill>
                <a:schemeClr val="accent2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ADFA154-25A6-65EA-64D4-DE1AED6C15B6}"/>
              </a:ext>
            </a:extLst>
          </p:cNvPr>
          <p:cNvSpPr txBox="1"/>
          <p:nvPr/>
        </p:nvSpPr>
        <p:spPr>
          <a:xfrm>
            <a:off x="20119795" y="5835918"/>
            <a:ext cx="2996298" cy="38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3200" kern="0">
                <a:solidFill>
                  <a:schemeClr val="accent1"/>
                </a:solidFill>
                <a:ea typeface="+mj-ea"/>
                <a:cs typeface="+mj-cs"/>
                <a:sym typeface="IBM Plex Sans Light"/>
              </a:rPr>
              <a:t>TTT Database</a:t>
            </a:r>
            <a:endParaRPr lang="en-US" sz="3200" kern="0" dirty="0">
              <a:solidFill>
                <a:schemeClr val="accent1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8DC2E19-9B03-F521-5439-6D430FA4FC45}"/>
              </a:ext>
            </a:extLst>
          </p:cNvPr>
          <p:cNvSpPr txBox="1"/>
          <p:nvPr/>
        </p:nvSpPr>
        <p:spPr>
          <a:xfrm>
            <a:off x="19963526" y="3557980"/>
            <a:ext cx="1544481" cy="47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Neon Serverless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B1BCC051-8A29-B767-936B-43917D70629E}"/>
              </a:ext>
            </a:extLst>
          </p:cNvPr>
          <p:cNvSpPr/>
          <p:nvPr/>
        </p:nvSpPr>
        <p:spPr bwMode="auto">
          <a:xfrm flipV="1">
            <a:off x="21575723" y="3756811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46C1FBD-4897-174D-6761-4A96AD46A3A0}"/>
              </a:ext>
            </a:extLst>
          </p:cNvPr>
          <p:cNvSpPr txBox="1"/>
          <p:nvPr/>
        </p:nvSpPr>
        <p:spPr>
          <a:xfrm>
            <a:off x="21835704" y="3552454"/>
            <a:ext cx="1633790" cy="47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Semantic Embeddings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98" name="Graphic 197" descr="Cloud outline">
            <a:extLst>
              <a:ext uri="{FF2B5EF4-FFF2-40B4-BE49-F238E27FC236}">
                <a16:creationId xmlns:a16="http://schemas.microsoft.com/office/drawing/2014/main" id="{88E5C4BE-2188-02C4-E69F-A04AB8125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932274" y="2019932"/>
            <a:ext cx="1390193" cy="1390193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8EE7B474-C107-5F2B-83C1-E9A7A9D949DC}"/>
              </a:ext>
            </a:extLst>
          </p:cNvPr>
          <p:cNvSpPr txBox="1"/>
          <p:nvPr/>
        </p:nvSpPr>
        <p:spPr>
          <a:xfrm>
            <a:off x="12187003" y="686549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6B12CC1-5009-7AF3-FF1C-815F32EAEFCE}"/>
              </a:ext>
            </a:extLst>
          </p:cNvPr>
          <p:cNvSpPr txBox="1"/>
          <p:nvPr/>
        </p:nvSpPr>
        <p:spPr>
          <a:xfrm>
            <a:off x="19959927" y="6301024"/>
            <a:ext cx="1544481" cy="47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Neon Serverless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3E4C7411-421D-2445-77B1-73261D863FDB}"/>
              </a:ext>
            </a:extLst>
          </p:cNvPr>
          <p:cNvSpPr/>
          <p:nvPr/>
        </p:nvSpPr>
        <p:spPr bwMode="auto">
          <a:xfrm flipV="1">
            <a:off x="21567866" y="6520425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DEC684BB-DFE4-15CE-B664-734228C6503B}"/>
              </a:ext>
            </a:extLst>
          </p:cNvPr>
          <p:cNvSpPr txBox="1"/>
          <p:nvPr/>
        </p:nvSpPr>
        <p:spPr>
          <a:xfrm>
            <a:off x="21835704" y="6301024"/>
            <a:ext cx="1681643" cy="47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Time       Entries Table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3605D33C-ADBB-2B84-2C16-65FDBB18C0DE}"/>
              </a:ext>
            </a:extLst>
          </p:cNvPr>
          <p:cNvSpPr/>
          <p:nvPr/>
        </p:nvSpPr>
        <p:spPr bwMode="auto">
          <a:xfrm>
            <a:off x="19552622" y="4618581"/>
            <a:ext cx="4166647" cy="2417839"/>
          </a:xfrm>
          <a:prstGeom prst="roundRect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14" name="Rounded Rectangle 213">
            <a:extLst>
              <a:ext uri="{FF2B5EF4-FFF2-40B4-BE49-F238E27FC236}">
                <a16:creationId xmlns:a16="http://schemas.microsoft.com/office/drawing/2014/main" id="{7EF22AC0-D799-9E5C-2AAA-F2B77AE44CE9}"/>
              </a:ext>
            </a:extLst>
          </p:cNvPr>
          <p:cNvSpPr/>
          <p:nvPr/>
        </p:nvSpPr>
        <p:spPr bwMode="auto">
          <a:xfrm>
            <a:off x="19557720" y="7201705"/>
            <a:ext cx="4166647" cy="2526296"/>
          </a:xfrm>
          <a:prstGeom prst="roundRect">
            <a:avLst/>
          </a:prstGeom>
          <a:noFill/>
          <a:ln w="19050">
            <a:solidFill>
              <a:srgbClr val="EE539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F99157CB-934F-D2B5-829C-BC3CAAE9C04C}"/>
              </a:ext>
            </a:extLst>
          </p:cNvPr>
          <p:cNvSpPr/>
          <p:nvPr/>
        </p:nvSpPr>
        <p:spPr bwMode="auto">
          <a:xfrm>
            <a:off x="19578143" y="9830248"/>
            <a:ext cx="4166647" cy="2526296"/>
          </a:xfrm>
          <a:prstGeom prst="roundRect">
            <a:avLst/>
          </a:prstGeom>
          <a:noFill/>
          <a:ln w="19050">
            <a:solidFill>
              <a:schemeClr val="tx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CD7737CF-A41B-CECE-58EA-261EE3F24EEF}"/>
              </a:ext>
            </a:extLst>
          </p:cNvPr>
          <p:cNvSpPr/>
          <p:nvPr/>
        </p:nvSpPr>
        <p:spPr bwMode="auto">
          <a:xfrm>
            <a:off x="19546114" y="2235365"/>
            <a:ext cx="4166647" cy="2210130"/>
          </a:xfrm>
          <a:prstGeom prst="roundRect">
            <a:avLst/>
          </a:prstGeom>
          <a:noFill/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218" name="Graphic 217" descr="Robot outline">
            <a:extLst>
              <a:ext uri="{FF2B5EF4-FFF2-40B4-BE49-F238E27FC236}">
                <a16:creationId xmlns:a16="http://schemas.microsoft.com/office/drawing/2014/main" id="{4EF90A10-CC87-256D-96B4-8696D6BA6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18523" y="7246024"/>
            <a:ext cx="914400" cy="914400"/>
          </a:xfrm>
          <a:prstGeom prst="rect">
            <a:avLst/>
          </a:prstGeom>
        </p:spPr>
      </p:pic>
      <p:sp>
        <p:nvSpPr>
          <p:cNvPr id="220" name="TextBox 219">
            <a:extLst>
              <a:ext uri="{FF2B5EF4-FFF2-40B4-BE49-F238E27FC236}">
                <a16:creationId xmlns:a16="http://schemas.microsoft.com/office/drawing/2014/main" id="{1E026636-67D4-3A9B-867B-1209604A5B43}"/>
              </a:ext>
            </a:extLst>
          </p:cNvPr>
          <p:cNvSpPr txBox="1"/>
          <p:nvPr/>
        </p:nvSpPr>
        <p:spPr>
          <a:xfrm>
            <a:off x="20138383" y="8095899"/>
            <a:ext cx="2996298" cy="38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3200" kern="0">
                <a:solidFill>
                  <a:srgbClr val="EE5396"/>
                </a:solidFill>
                <a:ea typeface="+mj-ea"/>
                <a:cs typeface="+mj-cs"/>
                <a:sym typeface="IBM Plex Sans Light"/>
              </a:rPr>
              <a:t>watsonx.ai</a:t>
            </a:r>
            <a:endParaRPr lang="en-US" sz="3200" kern="0" dirty="0">
              <a:solidFill>
                <a:srgbClr val="EE5396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674FAF56-E1E1-3DE5-D7E4-11D38DCF08FB}"/>
              </a:ext>
            </a:extLst>
          </p:cNvPr>
          <p:cNvSpPr txBox="1"/>
          <p:nvPr/>
        </p:nvSpPr>
        <p:spPr>
          <a:xfrm>
            <a:off x="20196367" y="8665974"/>
            <a:ext cx="1544481" cy="32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IBM IAM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296D26C-1383-E3B1-15B3-8C65EC32417C}"/>
              </a:ext>
            </a:extLst>
          </p:cNvPr>
          <p:cNvSpPr/>
          <p:nvPr/>
        </p:nvSpPr>
        <p:spPr bwMode="auto">
          <a:xfrm flipV="1">
            <a:off x="21605704" y="8789038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408C0DF-B82D-C6BB-58EC-49CFECD41DEE}"/>
              </a:ext>
            </a:extLst>
          </p:cNvPr>
          <p:cNvSpPr txBox="1"/>
          <p:nvPr/>
        </p:nvSpPr>
        <p:spPr>
          <a:xfrm>
            <a:off x="21762118" y="8653254"/>
            <a:ext cx="1251765" cy="32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LLM Gen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652DF22-832F-1F8A-D50E-C5EA6B53DEA2}"/>
              </a:ext>
            </a:extLst>
          </p:cNvPr>
          <p:cNvSpPr txBox="1"/>
          <p:nvPr/>
        </p:nvSpPr>
        <p:spPr>
          <a:xfrm>
            <a:off x="20757100" y="9086366"/>
            <a:ext cx="1832709" cy="47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Chat Responses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024E11A-3E04-E260-C984-BBAD11A5DEE7}"/>
              </a:ext>
            </a:extLst>
          </p:cNvPr>
          <p:cNvSpPr txBox="1"/>
          <p:nvPr/>
        </p:nvSpPr>
        <p:spPr>
          <a:xfrm>
            <a:off x="20138382" y="10908374"/>
            <a:ext cx="2996298" cy="38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3200" kern="0">
                <a:ea typeface="+mj-ea"/>
                <a:cs typeface="+mj-cs"/>
                <a:sym typeface="IBM Plex Sans Light"/>
              </a:rPr>
              <a:t>Nomic / Ollama</a:t>
            </a:r>
            <a:endParaRPr lang="en-US" sz="3200" kern="0" dirty="0">
              <a:ea typeface="+mj-ea"/>
              <a:cs typeface="+mj-cs"/>
              <a:sym typeface="IBM Plex Sans Light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48B2D32-1D0B-1893-09E0-C7ADB59C9F32}"/>
              </a:ext>
            </a:extLst>
          </p:cNvPr>
          <p:cNvSpPr txBox="1"/>
          <p:nvPr/>
        </p:nvSpPr>
        <p:spPr>
          <a:xfrm>
            <a:off x="19976638" y="11487361"/>
            <a:ext cx="1544481" cy="32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Embeddings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650A9F49-7AC1-186B-7EE0-66A6100FA1B2}"/>
              </a:ext>
            </a:extLst>
          </p:cNvPr>
          <p:cNvSpPr txBox="1"/>
          <p:nvPr/>
        </p:nvSpPr>
        <p:spPr>
          <a:xfrm>
            <a:off x="21845898" y="11479584"/>
            <a:ext cx="1666100" cy="32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Cloud or Local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3D05CB9-440E-6D5C-DF0D-D71BFC43A5AC}"/>
              </a:ext>
            </a:extLst>
          </p:cNvPr>
          <p:cNvSpPr txBox="1"/>
          <p:nvPr/>
        </p:nvSpPr>
        <p:spPr>
          <a:xfrm>
            <a:off x="20812519" y="11898841"/>
            <a:ext cx="1832709" cy="47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2000" kern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Pluggable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0AB18467-2CF8-4FDE-C816-752648BECCB1}"/>
              </a:ext>
            </a:extLst>
          </p:cNvPr>
          <p:cNvSpPr/>
          <p:nvPr/>
        </p:nvSpPr>
        <p:spPr bwMode="auto">
          <a:xfrm flipV="1">
            <a:off x="21605704" y="11598336"/>
            <a:ext cx="97732" cy="97732"/>
          </a:xfrm>
          <a:prstGeom prst="ellipse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231" name="Picture 230" descr="3+ Ollama Logo PNG &amp; SVG Vectors HD Quality">
            <a:extLst>
              <a:ext uri="{FF2B5EF4-FFF2-40B4-BE49-F238E27FC236}">
                <a16:creationId xmlns:a16="http://schemas.microsoft.com/office/drawing/2014/main" id="{6589AE9F-8A5B-2B4B-328E-46A69486A6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20961706" y="9729393"/>
            <a:ext cx="1325766" cy="132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60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FCF3-DEA0-6654-C757-6B2D52FF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ED8B84-E60F-E384-1FCF-3DFD5BF8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7049060" cy="7308850"/>
          </a:xfrm>
        </p:spPr>
        <p:txBody>
          <a:bodyPr/>
          <a:lstStyle/>
          <a:p>
            <a:r>
              <a:rPr lang="en-US"/>
              <a:t>Demo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C40CB-3B10-F005-0B5B-BAD84F74921A}"/>
              </a:ext>
            </a:extLst>
          </p:cNvPr>
          <p:cNvSpPr txBox="1"/>
          <p:nvPr/>
        </p:nvSpPr>
        <p:spPr>
          <a:xfrm>
            <a:off x="11407849" y="13135838"/>
            <a:ext cx="12196916" cy="3385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r"/>
            <a:fld id="{86CB4B4D-7CA3-9044-876B-883B54F8677D}" type="slidenum">
              <a:rPr lang="en-US" sz="1600" smtClean="0"/>
              <a:pPr algn="r"/>
              <a:t>9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11332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00AD-5FC5-8A21-FC38-FF4E3018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A3631E-B553-3206-E5DA-8C4B276F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7049060" cy="7308850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04CA7-9DA4-6AA7-4909-5476FF9B8540}"/>
              </a:ext>
            </a:extLst>
          </p:cNvPr>
          <p:cNvSpPr txBox="1"/>
          <p:nvPr/>
        </p:nvSpPr>
        <p:spPr>
          <a:xfrm>
            <a:off x="11407849" y="13135838"/>
            <a:ext cx="12196916" cy="3385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r"/>
            <a:fld id="{86CB4B4D-7CA3-9044-876B-883B54F8677D}" type="slidenum">
              <a:rPr lang="en-US" sz="1600" smtClean="0"/>
              <a:pPr algn="r"/>
              <a:t>10</a:t>
            </a:fld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39FF0-F230-9648-13A5-C115711423B2}"/>
              </a:ext>
            </a:extLst>
          </p:cNvPr>
          <p:cNvSpPr txBox="1"/>
          <p:nvPr/>
        </p:nvSpPr>
        <p:spPr>
          <a:xfrm>
            <a:off x="2805038" y="2340851"/>
            <a:ext cx="18777097" cy="9132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200000"/>
              </a:lnSpc>
            </a:pPr>
            <a:endParaRPr lang="en-US" dirty="0"/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Live Calendar Integration</a:t>
            </a:r>
            <a:r>
              <a:rPr lang="en-US" dirty="0"/>
              <a:t> — Automatically pull calendar data, no manual ICS file imports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Deeper </a:t>
            </a:r>
            <a:r>
              <a:rPr lang="en-US" b="1" dirty="0" err="1"/>
              <a:t>watsonx.ai</a:t>
            </a:r>
            <a:r>
              <a:rPr lang="en-US" b="1" dirty="0"/>
              <a:t> instrumentation </a:t>
            </a:r>
            <a:r>
              <a:rPr lang="en-US" dirty="0"/>
              <a:t>– watsonx.data for the data layer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Create a Dashboard for the </a:t>
            </a:r>
            <a:r>
              <a:rPr lang="en-US" b="1" dirty="0" err="1"/>
              <a:t>Langchain</a:t>
            </a:r>
            <a:r>
              <a:rPr lang="en-US" b="1" dirty="0"/>
              <a:t> Workflow</a:t>
            </a:r>
          </a:p>
        </p:txBody>
      </p:sp>
    </p:spTree>
    <p:extLst>
      <p:ext uri="{BB962C8B-B14F-4D97-AF65-F5344CB8AC3E}">
        <p14:creationId xmlns:p14="http://schemas.microsoft.com/office/powerpoint/2010/main" val="33201916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F04CA754-BE2C-4040-86D4-DB285EA1B18A}" vid="{1A6545FA-9223-B648-866A-185DFA4B43DC}"/>
    </a:ext>
  </a:extLst>
</a:theme>
</file>

<file path=ppt/theme/theme2.xml><?xml version="1.0" encoding="utf-8"?>
<a:theme xmlns:a="http://schemas.openxmlformats.org/drawingml/2006/main" name="2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F04CA754-BE2C-4040-86D4-DB285EA1B18A}" vid="{1A6545FA-9223-B648-866A-185DFA4B43DC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4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25510</TotalTime>
  <Words>1038</Words>
  <Application>Microsoft Macintosh PowerPoint</Application>
  <PresentationFormat>Custom</PresentationFormat>
  <Paragraphs>190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IBM Plex Sans</vt:lpstr>
      <vt:lpstr>IBM Plex Sans Condensed</vt:lpstr>
      <vt:lpstr>IBM Plex Sans ExtLt</vt:lpstr>
      <vt:lpstr>IBM Plex Sans Light</vt:lpstr>
      <vt:lpstr>Wingdings</vt:lpstr>
      <vt:lpstr>IBM presentation template</vt:lpstr>
      <vt:lpstr>2_IBM presentation template</vt:lpstr>
      <vt:lpstr>IBM WorkTrace   Intelligent Time Tracking &amp; Team Knowledge </vt:lpstr>
      <vt:lpstr>PowerPoint Presentation</vt:lpstr>
      <vt:lpstr>The Time We’re All Losing</vt:lpstr>
      <vt:lpstr>PowerPoint Presentation</vt:lpstr>
      <vt:lpstr>PowerPoint Presentation</vt:lpstr>
      <vt:lpstr>Ask Your Documents Anything</vt:lpstr>
      <vt:lpstr>One Upload. Seven Things Happen Automatically</vt:lpstr>
      <vt:lpstr>IBM WorkTrace – System Architecture</vt:lpstr>
      <vt:lpstr>Demo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Amber Ostrej</dc:creator>
  <cp:keywords/>
  <dc:description/>
  <cp:lastModifiedBy>Akshay Mallireddy</cp:lastModifiedBy>
  <cp:revision>666</cp:revision>
  <cp:lastPrinted>2019-04-25T15:14:05Z</cp:lastPrinted>
  <dcterms:created xsi:type="dcterms:W3CDTF">2025-01-17T19:56:45Z</dcterms:created>
  <dcterms:modified xsi:type="dcterms:W3CDTF">2026-07-22T15:35:04Z</dcterms:modified>
  <cp:category/>
</cp:coreProperties>
</file>